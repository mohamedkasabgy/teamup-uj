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 id="2147483678" r:id="rId2"/>
  </p:sldMasterIdLst>
  <p:notesMasterIdLst>
    <p:notesMasterId r:id="rId33"/>
  </p:notesMasterIdLst>
  <p:handoutMasterIdLst>
    <p:handoutMasterId r:id="rId34"/>
  </p:handoutMasterIdLst>
  <p:sldIdLst>
    <p:sldId id="479" r:id="rId3"/>
    <p:sldId id="481" r:id="rId4"/>
    <p:sldId id="497" r:id="rId5"/>
    <p:sldId id="502" r:id="rId6"/>
    <p:sldId id="498" r:id="rId7"/>
    <p:sldId id="519" r:id="rId8"/>
    <p:sldId id="504" r:id="rId9"/>
    <p:sldId id="505" r:id="rId10"/>
    <p:sldId id="506" r:id="rId11"/>
    <p:sldId id="507" r:id="rId12"/>
    <p:sldId id="520" r:id="rId13"/>
    <p:sldId id="524" r:id="rId14"/>
    <p:sldId id="508" r:id="rId15"/>
    <p:sldId id="499" r:id="rId16"/>
    <p:sldId id="503" r:id="rId17"/>
    <p:sldId id="509" r:id="rId18"/>
    <p:sldId id="521" r:id="rId19"/>
    <p:sldId id="510" r:id="rId20"/>
    <p:sldId id="511" r:id="rId21"/>
    <p:sldId id="512" r:id="rId22"/>
    <p:sldId id="513" r:id="rId23"/>
    <p:sldId id="500" r:id="rId24"/>
    <p:sldId id="514" r:id="rId25"/>
    <p:sldId id="515" r:id="rId26"/>
    <p:sldId id="501" r:id="rId27"/>
    <p:sldId id="516" r:id="rId28"/>
    <p:sldId id="517" r:id="rId29"/>
    <p:sldId id="522" r:id="rId30"/>
    <p:sldId id="523" r:id="rId31"/>
    <p:sldId id="480" r:id="rId32"/>
  </p:sldIdLst>
  <p:sldSz cx="12192000" cy="6858000"/>
  <p:notesSz cx="7010400" cy="9296400"/>
  <p:defaultTextStyle>
    <a:defPPr>
      <a:defRPr lang="en-US"/>
    </a:defPPr>
    <a:lvl1pPr algn="l"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928" userDrawn="1">
          <p15:clr>
            <a:srgbClr val="A4A3A4"/>
          </p15:clr>
        </p15:guide>
        <p15:guide id="2" pos="2208"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Matthew Hayes" initials="" lastIdx="2" clrIdx="0"/>
  <p:cmAuthor id="1" name="Graeme Malcolm" initials="GM" lastIdx="9" clrIdx="1">
    <p:extLst>
      <p:ext uri="{19B8F6BF-5375-455C-9EA6-DF929625EA0E}">
        <p15:presenceInfo xmlns:p15="http://schemas.microsoft.com/office/powerpoint/2012/main" userId="S-1-5-21-2127521184-1604012920-1887927527-5656540"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300"/>
    <a:srgbClr val="FFFF00"/>
    <a:srgbClr val="5A8DE6"/>
    <a:srgbClr val="0000CC"/>
    <a:srgbClr val="FFFFCC"/>
    <a:srgbClr val="FFFFFF"/>
    <a:srgbClr val="000066"/>
    <a:srgbClr val="BBAE54"/>
    <a:srgbClr val="000050"/>
    <a:srgbClr val="2C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9893" autoAdjust="0"/>
    <p:restoredTop sz="89320" autoAdjust="0"/>
  </p:normalViewPr>
  <p:slideViewPr>
    <p:cSldViewPr>
      <p:cViewPr varScale="1">
        <p:scale>
          <a:sx n="80" d="100"/>
          <a:sy n="80" d="100"/>
        </p:scale>
        <p:origin x="224" y="912"/>
      </p:cViewPr>
      <p:guideLst>
        <p:guide orient="horz" pos="2160"/>
        <p:guide pos="3840"/>
      </p:guideLst>
    </p:cSldViewPr>
  </p:slideViewPr>
  <p:outlineViewPr>
    <p:cViewPr>
      <p:scale>
        <a:sx n="33" d="100"/>
        <a:sy n="33" d="100"/>
      </p:scale>
      <p:origin x="0" y="-8947"/>
    </p:cViewPr>
  </p:outlineViewPr>
  <p:notesTextViewPr>
    <p:cViewPr>
      <p:scale>
        <a:sx n="100" d="100"/>
        <a:sy n="100" d="100"/>
      </p:scale>
      <p:origin x="0" y="0"/>
    </p:cViewPr>
  </p:notesTextViewPr>
  <p:sorterViewPr>
    <p:cViewPr>
      <p:scale>
        <a:sx n="100" d="100"/>
        <a:sy n="100" d="100"/>
      </p:scale>
      <p:origin x="0" y="-3974"/>
    </p:cViewPr>
  </p:sorterViewPr>
  <p:notesViewPr>
    <p:cSldViewPr>
      <p:cViewPr varScale="1">
        <p:scale>
          <a:sx n="61" d="100"/>
          <a:sy n="61" d="100"/>
        </p:scale>
        <p:origin x="1632" y="38"/>
      </p:cViewPr>
      <p:guideLst>
        <p:guide orient="horz" pos="2928"/>
        <p:guide pos="2208"/>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ableStyles" Target="tableStyles.xml"/><Relationship Id="rId21" Type="http://schemas.openxmlformats.org/officeDocument/2006/relationships/slide" Target="slides/slide19.xml"/><Relationship Id="rId34" Type="http://schemas.openxmlformats.org/officeDocument/2006/relationships/handoutMaster" Target="handoutMasters/handout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notesMaster" Target="notesMasters/notesMaster1.xml"/><Relationship Id="rId38"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commentAuthors" Target="commentAuthors.xml"/><Relationship Id="rId8" Type="http://schemas.openxmlformats.org/officeDocument/2006/relationships/slide" Target="slides/slide6.xml"/><Relationship Id="rId3" Type="http://schemas.openxmlformats.org/officeDocument/2006/relationships/slide" Target="slides/slid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atin typeface="Arial" charset="0"/>
                <a:ea typeface="+mn-ea"/>
              </a:defRPr>
            </a:lvl1pPr>
          </a:lstStyle>
          <a:p>
            <a:pPr>
              <a:defRPr/>
            </a:pPr>
            <a:endParaRPr lang="en-US"/>
          </a:p>
        </p:txBody>
      </p:sp>
      <p:sp>
        <p:nvSpPr>
          <p:cNvPr id="3" name="Date Placeholder 2"/>
          <p:cNvSpPr>
            <a:spLocks noGrp="1"/>
          </p:cNvSpPr>
          <p:nvPr>
            <p:ph type="dt" sz="quarter" idx="1"/>
          </p:nvPr>
        </p:nvSpPr>
        <p:spPr>
          <a:xfrm>
            <a:off x="3970938" y="0"/>
            <a:ext cx="3037840" cy="464820"/>
          </a:xfrm>
          <a:prstGeom prst="rect">
            <a:avLst/>
          </a:prstGeom>
        </p:spPr>
        <p:txBody>
          <a:bodyPr vert="horz" wrap="square" lIns="93177" tIns="46589" rIns="93177" bIns="46589" numCol="1" anchor="t" anchorCtr="0" compatLnSpc="1">
            <a:prstTxWarp prst="textNoShape">
              <a:avLst/>
            </a:prstTxWarp>
          </a:bodyPr>
          <a:lstStyle>
            <a:lvl1pPr algn="r">
              <a:defRPr sz="1200">
                <a:latin typeface="Arial" pitchFamily="34" charset="0"/>
              </a:defRPr>
            </a:lvl1pPr>
          </a:lstStyle>
          <a:p>
            <a:pPr>
              <a:defRPr/>
            </a:pPr>
            <a:fld id="{260F0ECF-F84D-43BE-A58E-0DB2F99E2671}" type="datetimeFigureOut">
              <a:rPr lang="en-US" altLang="en-US"/>
              <a:pPr>
                <a:defRPr/>
              </a:pPr>
              <a:t>9/30/24</a:t>
            </a:fld>
            <a:endParaRPr lang="en-US" altLang="en-US"/>
          </a:p>
        </p:txBody>
      </p:sp>
      <p:sp>
        <p:nvSpPr>
          <p:cNvPr id="4" name="Footer Placeholder 3"/>
          <p:cNvSpPr>
            <a:spLocks noGrp="1"/>
          </p:cNvSpPr>
          <p:nvPr>
            <p:ph type="ftr" sz="quarter" idx="2"/>
          </p:nvPr>
        </p:nvSpPr>
        <p:spPr>
          <a:xfrm>
            <a:off x="0" y="8829967"/>
            <a:ext cx="3037840" cy="464820"/>
          </a:xfrm>
          <a:prstGeom prst="rect">
            <a:avLst/>
          </a:prstGeom>
        </p:spPr>
        <p:txBody>
          <a:bodyPr vert="horz" lIns="93177" tIns="46589" rIns="93177" bIns="46589" rtlCol="0" anchor="b"/>
          <a:lstStyle>
            <a:lvl1pPr algn="l">
              <a:defRPr sz="1200">
                <a:latin typeface="Arial" charset="0"/>
                <a:ea typeface="+mn-ea"/>
              </a:defRPr>
            </a:lvl1pPr>
          </a:lstStyle>
          <a:p>
            <a:pPr>
              <a:defRPr/>
            </a:pPr>
            <a:endParaRPr lang="en-US"/>
          </a:p>
        </p:txBody>
      </p:sp>
      <p:sp>
        <p:nvSpPr>
          <p:cNvPr id="5" name="Slide Number Placeholder 4"/>
          <p:cNvSpPr>
            <a:spLocks noGrp="1"/>
          </p:cNvSpPr>
          <p:nvPr>
            <p:ph type="sldNum" sz="quarter" idx="3"/>
          </p:nvPr>
        </p:nvSpPr>
        <p:spPr>
          <a:xfrm>
            <a:off x="3970938" y="8829967"/>
            <a:ext cx="3037840" cy="464820"/>
          </a:xfrm>
          <a:prstGeom prst="rect">
            <a:avLst/>
          </a:prstGeom>
        </p:spPr>
        <p:txBody>
          <a:bodyPr vert="horz" wrap="square" lIns="93177" tIns="46589" rIns="93177" bIns="46589" numCol="1" anchor="b" anchorCtr="0" compatLnSpc="1">
            <a:prstTxWarp prst="textNoShape">
              <a:avLst/>
            </a:prstTxWarp>
          </a:bodyPr>
          <a:lstStyle>
            <a:lvl1pPr algn="r">
              <a:defRPr sz="1200">
                <a:latin typeface="Arial" pitchFamily="34" charset="0"/>
              </a:defRPr>
            </a:lvl1pPr>
          </a:lstStyle>
          <a:p>
            <a:pPr>
              <a:defRPr/>
            </a:pPr>
            <a:fld id="{A312E49B-09D1-47A2-B871-8DE206184B02}" type="slidenum">
              <a:rPr lang="en-US" altLang="en-US"/>
              <a:pPr>
                <a:defRPr/>
              </a:pPr>
              <a:t>‹#›</a:t>
            </a:fld>
            <a:endParaRPr lang="en-US" altLang="en-US"/>
          </a:p>
        </p:txBody>
      </p:sp>
    </p:spTree>
    <p:extLst>
      <p:ext uri="{BB962C8B-B14F-4D97-AF65-F5344CB8AC3E}">
        <p14:creationId xmlns:p14="http://schemas.microsoft.com/office/powerpoint/2010/main" val="871303767"/>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atin typeface="Arial" charset="0"/>
                <a:ea typeface="+mn-ea"/>
              </a:defRPr>
            </a:lvl1pPr>
          </a:lstStyle>
          <a:p>
            <a:pPr>
              <a:defRPr/>
            </a:pPr>
            <a:endParaRPr lang="en-US"/>
          </a:p>
        </p:txBody>
      </p:sp>
      <p:sp>
        <p:nvSpPr>
          <p:cNvPr id="3" name="Date Placeholder 2"/>
          <p:cNvSpPr>
            <a:spLocks noGrp="1"/>
          </p:cNvSpPr>
          <p:nvPr>
            <p:ph type="dt" idx="1"/>
          </p:nvPr>
        </p:nvSpPr>
        <p:spPr>
          <a:xfrm>
            <a:off x="3970938" y="0"/>
            <a:ext cx="3037840" cy="464820"/>
          </a:xfrm>
          <a:prstGeom prst="rect">
            <a:avLst/>
          </a:prstGeom>
        </p:spPr>
        <p:txBody>
          <a:bodyPr vert="horz" wrap="square" lIns="93177" tIns="46589" rIns="93177" bIns="46589" numCol="1" anchor="t" anchorCtr="0" compatLnSpc="1">
            <a:prstTxWarp prst="textNoShape">
              <a:avLst/>
            </a:prstTxWarp>
          </a:bodyPr>
          <a:lstStyle>
            <a:lvl1pPr algn="r">
              <a:defRPr sz="1200">
                <a:latin typeface="Arial" pitchFamily="34" charset="0"/>
              </a:defRPr>
            </a:lvl1pPr>
          </a:lstStyle>
          <a:p>
            <a:pPr>
              <a:defRPr/>
            </a:pPr>
            <a:fld id="{FCC8B620-7FB1-4D4A-893E-5909C901B9B8}" type="datetimeFigureOut">
              <a:rPr lang="en-US" altLang="en-US"/>
              <a:pPr>
                <a:defRPr/>
              </a:pPr>
              <a:t>9/30/24</a:t>
            </a:fld>
            <a:endParaRPr lang="en-US" altLang="en-US"/>
          </a:p>
        </p:txBody>
      </p:sp>
      <p:sp>
        <p:nvSpPr>
          <p:cNvPr id="4" name="Slide Image Placeholder 3"/>
          <p:cNvSpPr>
            <a:spLocks noGrp="1" noRot="1" noChangeAspect="1"/>
          </p:cNvSpPr>
          <p:nvPr>
            <p:ph type="sldImg" idx="2"/>
          </p:nvPr>
        </p:nvSpPr>
        <p:spPr>
          <a:xfrm>
            <a:off x="406400" y="696913"/>
            <a:ext cx="6197600" cy="3486150"/>
          </a:xfrm>
          <a:prstGeom prst="rect">
            <a:avLst/>
          </a:prstGeom>
          <a:noFill/>
          <a:ln w="12700">
            <a:solidFill>
              <a:prstClr val="black"/>
            </a:solidFill>
          </a:ln>
        </p:spPr>
        <p:txBody>
          <a:bodyPr vert="horz" lIns="93177" tIns="46589" rIns="93177" bIns="46589" rtlCol="0" anchor="ctr"/>
          <a:lstStyle/>
          <a:p>
            <a:pPr lvl="0"/>
            <a:endParaRPr lang="en-US" noProof="0"/>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a:defRPr sz="1200">
                <a:latin typeface="Arial" charset="0"/>
                <a:ea typeface="+mn-ea"/>
              </a:defRPr>
            </a:lvl1pPr>
          </a:lstStyle>
          <a:p>
            <a:pPr>
              <a:defRPr/>
            </a:pPr>
            <a:endParaRPr lang="en-US"/>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wrap="square" lIns="93177" tIns="46589" rIns="93177" bIns="46589" numCol="1" anchor="b" anchorCtr="0" compatLnSpc="1">
            <a:prstTxWarp prst="textNoShape">
              <a:avLst/>
            </a:prstTxWarp>
          </a:bodyPr>
          <a:lstStyle>
            <a:lvl1pPr algn="r">
              <a:defRPr sz="1200">
                <a:latin typeface="Arial" pitchFamily="34" charset="0"/>
              </a:defRPr>
            </a:lvl1pPr>
          </a:lstStyle>
          <a:p>
            <a:pPr>
              <a:defRPr/>
            </a:pPr>
            <a:fld id="{5929A2E2-B731-4145-A8A4-FEBDEFC5FF59}" type="slidenum">
              <a:rPr lang="en-US" altLang="en-US"/>
              <a:pPr>
                <a:defRPr/>
              </a:pPr>
              <a:t>‹#›</a:t>
            </a:fld>
            <a:endParaRPr lang="en-US" altLang="en-US"/>
          </a:p>
        </p:txBody>
      </p:sp>
    </p:spTree>
    <p:extLst>
      <p:ext uri="{BB962C8B-B14F-4D97-AF65-F5344CB8AC3E}">
        <p14:creationId xmlns:p14="http://schemas.microsoft.com/office/powerpoint/2010/main" val="3561791715"/>
      </p:ext>
    </p:extLst>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mn-lt"/>
        <a:ea typeface="ＭＳ Ｐゴシック" charset="0"/>
        <a:cs typeface="+mn-cs"/>
      </a:defRPr>
    </a:lvl1pPr>
    <a:lvl2pPr marL="457200" algn="l"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3794339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26709691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15607245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40517151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8791747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r>
              <a:rPr lang="en-US" dirty="0"/>
              <a:t>We don’t care about matching the third R, for example in REORDER </a:t>
            </a:r>
            <a:r>
              <a:rPr lang="en-US"/>
              <a:t>until the 2</a:t>
            </a:r>
            <a:r>
              <a:rPr lang="en-US" baseline="30000"/>
              <a:t>nd</a:t>
            </a:r>
            <a:r>
              <a:rPr lang="en-US"/>
              <a:t> </a:t>
            </a:r>
            <a:r>
              <a:rPr lang="en-US" dirty="0"/>
              <a:t>is correctly matched </a:t>
            </a:r>
          </a:p>
        </p:txBody>
      </p:sp>
    </p:spTree>
    <p:extLst>
      <p:ext uri="{BB962C8B-B14F-4D97-AF65-F5344CB8AC3E}">
        <p14:creationId xmlns:p14="http://schemas.microsoft.com/office/powerpoint/2010/main" val="6375127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ko-KR" dirty="0">
                <a:ea typeface="굴림" panose="020B0600000101010101" pitchFamily="34" charset="-127"/>
              </a:rPr>
              <a:t>For example, for the pattern BARBER, all the table’s entries will be equal to 6, except for the entries for E, B, R, and A, which will be 1, 2, 3, and 4, respectively.</a:t>
            </a:r>
            <a:endParaRPr lang="en-US" altLang="en-US" dirty="0"/>
          </a:p>
        </p:txBody>
      </p:sp>
    </p:spTree>
    <p:extLst>
      <p:ext uri="{BB962C8B-B14F-4D97-AF65-F5344CB8AC3E}">
        <p14:creationId xmlns:p14="http://schemas.microsoft.com/office/powerpoint/2010/main" val="8195319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32921262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19649425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24749814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70548313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41530932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366674745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62449573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101155426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r>
              <a:rPr lang="en-US" altLang="en-US" sz="1200" dirty="0"/>
              <a:t>radix conversion: </a:t>
            </a:r>
            <a:r>
              <a:rPr lang="en-AU" dirty="0"/>
              <a:t>1234 in base 11 converts to 1610 in base 10:</a:t>
            </a:r>
          </a:p>
          <a:p>
            <a:r>
              <a:rPr lang="en-AU" dirty="0"/>
              <a:t>1234</a:t>
            </a:r>
            <a:r>
              <a:rPr lang="en-AU" baseline="-25000" dirty="0"/>
              <a:t>11</a:t>
            </a:r>
            <a:r>
              <a:rPr lang="en-AU" dirty="0"/>
              <a:t>​=1×113+2×112+3×111+4×110=1610</a:t>
            </a:r>
            <a:r>
              <a:rPr lang="en-AU" baseline="-25000" dirty="0"/>
              <a:t>10</a:t>
            </a:r>
            <a:endParaRPr lang="en-US" baseline="-25000" dirty="0"/>
          </a:p>
        </p:txBody>
      </p:sp>
    </p:spTree>
    <p:extLst>
      <p:ext uri="{BB962C8B-B14F-4D97-AF65-F5344CB8AC3E}">
        <p14:creationId xmlns:p14="http://schemas.microsoft.com/office/powerpoint/2010/main" val="204843537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257718980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324361640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212648557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96640026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214704233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r>
              <a:rPr lang="en-AU" dirty="0"/>
              <a:t>For example, if the load factor </a:t>
            </a:r>
            <a:r>
              <a:rPr lang="el-GR" dirty="0"/>
              <a:t>α</a:t>
            </a:r>
            <a:r>
              <a:rPr lang="en-AU" dirty="0"/>
              <a:t> is 4, it means there are on average 4 elements per cell (bucket).</a:t>
            </a:r>
          </a:p>
          <a:p>
            <a:pPr marL="171450" indent="-171450">
              <a:buFont typeface="Arial" panose="020B0604020202020204" pitchFamily="34" charset="0"/>
              <a:buChar char="•"/>
            </a:pPr>
            <a:r>
              <a:rPr lang="en-AU" dirty="0"/>
              <a:t> In an unsuccessful search, you would expect to inspect all 4 elements, so: U≈</a:t>
            </a:r>
            <a:r>
              <a:rPr lang="el-GR" dirty="0"/>
              <a:t>α=4</a:t>
            </a:r>
            <a:endParaRPr lang="en-AU" dirty="0"/>
          </a:p>
          <a:p>
            <a:pPr marL="171450" indent="-171450">
              <a:buFont typeface="Arial" panose="020B0604020202020204" pitchFamily="34" charset="0"/>
              <a:buChar char="•"/>
            </a:pPr>
            <a:r>
              <a:rPr lang="en-AU" dirty="0"/>
              <a:t> In a successful search, you would expect to traverse about half of these elements (on average), so: S≈1+4/2=1+2=3</a:t>
            </a:r>
          </a:p>
          <a:p>
            <a:pPr lvl="1"/>
            <a:r>
              <a:rPr lang="en-AU" dirty="0"/>
              <a:t>Therefore, in a successful search, you expect to traverse about 3 pointers in total:</a:t>
            </a:r>
          </a:p>
          <a:p>
            <a:pPr lvl="1">
              <a:buFont typeface="Arial" panose="020B0604020202020204" pitchFamily="34" charset="0"/>
              <a:buChar char="•"/>
            </a:pPr>
            <a:r>
              <a:rPr lang="en-AU" dirty="0"/>
              <a:t>1 pointer (</a:t>
            </a:r>
            <a:r>
              <a:rPr lang="en-US" sz="1200" dirty="0">
                <a:solidFill>
                  <a:srgbClr val="000000"/>
                </a:solidFill>
                <a:latin typeface="Arial"/>
                <a:cs typeface="Arial" charset="0"/>
              </a:rPr>
              <a:t>probes)</a:t>
            </a:r>
            <a:r>
              <a:rPr lang="en-AU" dirty="0"/>
              <a:t> to find the bucket (cell)</a:t>
            </a:r>
          </a:p>
          <a:p>
            <a:pPr lvl="1">
              <a:buFont typeface="Arial" panose="020B0604020202020204" pitchFamily="34" charset="0"/>
              <a:buChar char="•"/>
            </a:pPr>
            <a:r>
              <a:rPr lang="en-AU" dirty="0"/>
              <a:t>2 pointers ( </a:t>
            </a:r>
            <a:r>
              <a:rPr lang="en-US" sz="1200" dirty="0">
                <a:solidFill>
                  <a:srgbClr val="000000"/>
                </a:solidFill>
                <a:latin typeface="Arial"/>
                <a:cs typeface="Arial" charset="0"/>
              </a:rPr>
              <a:t>probes) </a:t>
            </a:r>
            <a:r>
              <a:rPr lang="en-AU" dirty="0"/>
              <a:t>within the bucket (link list).</a:t>
            </a:r>
          </a:p>
          <a:p>
            <a:pPr marL="171450" indent="-171450">
              <a:buFont typeface="Arial" panose="020B0604020202020204" pitchFamily="34" charset="0"/>
              <a:buChar char="•"/>
            </a:pPr>
            <a:endParaRPr lang="en-AU" dirty="0"/>
          </a:p>
          <a:p>
            <a:pPr marL="628650" lvl="1" indent="-171450">
              <a:buFont typeface="Arial" panose="020B0604020202020204" pitchFamily="34" charset="0"/>
              <a:buChar char="•"/>
            </a:pPr>
            <a:endParaRPr lang="en-AU" dirty="0"/>
          </a:p>
          <a:p>
            <a:endParaRPr lang="en-US" dirty="0"/>
          </a:p>
        </p:txBody>
      </p:sp>
    </p:spTree>
    <p:extLst>
      <p:ext uri="{BB962C8B-B14F-4D97-AF65-F5344CB8AC3E}">
        <p14:creationId xmlns:p14="http://schemas.microsoft.com/office/powerpoint/2010/main" val="139020900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238456873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424361905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314954748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129291395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r>
              <a:rPr lang="en-AU" dirty="0"/>
              <a:t>A load factor of 50% or =0.5  means that only half of the available </a:t>
            </a:r>
          </a:p>
          <a:p>
            <a:r>
              <a:rPr lang="en-AU" dirty="0"/>
              <a:t>A load factor of 75% or =075 means that 75% of the available slots in the hash table are occupied. For example, if the hash table has 20 slots, then 15 slots are currently used, and 5 slots are empty.</a:t>
            </a:r>
            <a:endParaRPr lang="en-US" dirty="0"/>
          </a:p>
        </p:txBody>
      </p:sp>
    </p:spTree>
    <p:extLst>
      <p:ext uri="{BB962C8B-B14F-4D97-AF65-F5344CB8AC3E}">
        <p14:creationId xmlns:p14="http://schemas.microsoft.com/office/powerpoint/2010/main" val="25654254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098" name="Rectangle 2"/>
          <p:cNvSpPr>
            <a:spLocks noGrp="1" noChangeArrowheads="1"/>
          </p:cNvSpPr>
          <p:nvPr>
            <p:ph type="ctrTitle"/>
          </p:nvPr>
        </p:nvSpPr>
        <p:spPr>
          <a:xfrm>
            <a:off x="914400" y="2130427"/>
            <a:ext cx="10363200" cy="1470025"/>
          </a:xfrm>
        </p:spPr>
        <p:txBody>
          <a:bodyPr/>
          <a:lstStyle>
            <a:lvl1pPr>
              <a:defRPr sz="4000" b="0">
                <a:effectLst/>
              </a:defRPr>
            </a:lvl1pPr>
          </a:lstStyle>
          <a:p>
            <a:r>
              <a:rPr lang="en-US"/>
              <a:t>Click to edit Master title style</a:t>
            </a:r>
            <a:endParaRPr lang="en-US" dirty="0"/>
          </a:p>
        </p:txBody>
      </p:sp>
      <p:sp>
        <p:nvSpPr>
          <p:cNvPr id="4099" name="Rectangle 3"/>
          <p:cNvSpPr>
            <a:spLocks noGrp="1" noChangeArrowheads="1"/>
          </p:cNvSpPr>
          <p:nvPr>
            <p:ph type="subTitle" idx="1"/>
          </p:nvPr>
        </p:nvSpPr>
        <p:spPr>
          <a:xfrm>
            <a:off x="1828800" y="3886200"/>
            <a:ext cx="8534400" cy="1752600"/>
          </a:xfrm>
        </p:spPr>
        <p:txBody>
          <a:bodyPr/>
          <a:lstStyle>
            <a:lvl1pPr marL="0" indent="0" algn="ctr">
              <a:buFontTx/>
              <a:buNone/>
              <a:defRPr/>
            </a:lvl1pPr>
          </a:lstStyle>
          <a:p>
            <a:r>
              <a:rPr lang="en-US"/>
              <a:t>Click to edit Master subtitle style</a:t>
            </a:r>
          </a:p>
        </p:txBody>
      </p:sp>
    </p:spTree>
    <p:extLst>
      <p:ext uri="{BB962C8B-B14F-4D97-AF65-F5344CB8AC3E}">
        <p14:creationId xmlns:p14="http://schemas.microsoft.com/office/powerpoint/2010/main" val="39755134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219200"/>
          </a:xfrm>
        </p:spPr>
        <p:txBody>
          <a:bodyPr/>
          <a:lstStyle>
            <a:lvl1pPr>
              <a:defRPr sz="3600" b="0">
                <a:effectLst/>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2652625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5"/>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8"/>
          <p:cNvSpPr>
            <a:spLocks noGrp="1" noChangeArrowheads="1"/>
          </p:cNvSpPr>
          <p:nvPr>
            <p:ph type="ftr" sz="quarter" idx="10"/>
          </p:nvPr>
        </p:nvSpPr>
        <p:spPr>
          <a:xfrm>
            <a:off x="4165600" y="6477001"/>
            <a:ext cx="3860800" cy="244475"/>
          </a:xfrm>
          <a:prstGeom prst="rect">
            <a:avLst/>
          </a:prstGeom>
          <a:ln/>
        </p:spPr>
        <p:txBody>
          <a:bodyPr/>
          <a:lstStyle>
            <a:lvl1pPr>
              <a:defRPr/>
            </a:lvl1pPr>
          </a:lstStyle>
          <a:p>
            <a:pPr>
              <a:defRPr/>
            </a:pPr>
            <a:endParaRPr lang="en-US"/>
          </a:p>
        </p:txBody>
      </p:sp>
    </p:spTree>
    <p:extLst>
      <p:ext uri="{BB962C8B-B14F-4D97-AF65-F5344CB8AC3E}">
        <p14:creationId xmlns:p14="http://schemas.microsoft.com/office/powerpoint/2010/main" val="39063485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0" y="-28576"/>
            <a:ext cx="12192000" cy="1247775"/>
          </a:xfrm>
        </p:spPr>
        <p:txBody>
          <a:bodyPr/>
          <a:lstStyle/>
          <a:p>
            <a:r>
              <a:rPr lang="en-US"/>
              <a:t>Click to edit Master title style</a:t>
            </a:r>
          </a:p>
        </p:txBody>
      </p:sp>
      <p:sp>
        <p:nvSpPr>
          <p:cNvPr id="3" name="Content Placeholder 2"/>
          <p:cNvSpPr>
            <a:spLocks noGrp="1"/>
          </p:cNvSpPr>
          <p:nvPr>
            <p:ph sz="half" idx="1"/>
          </p:nvPr>
        </p:nvSpPr>
        <p:spPr>
          <a:xfrm>
            <a:off x="609600" y="1981202"/>
            <a:ext cx="5384800" cy="39163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981202"/>
            <a:ext cx="5384800" cy="39163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8"/>
          <p:cNvSpPr>
            <a:spLocks noGrp="1" noChangeArrowheads="1"/>
          </p:cNvSpPr>
          <p:nvPr>
            <p:ph type="ftr" sz="quarter" idx="10"/>
          </p:nvPr>
        </p:nvSpPr>
        <p:spPr>
          <a:xfrm>
            <a:off x="4165600" y="6477001"/>
            <a:ext cx="3860800" cy="244475"/>
          </a:xfrm>
          <a:prstGeom prst="rect">
            <a:avLst/>
          </a:prstGeom>
          <a:ln/>
        </p:spPr>
        <p:txBody>
          <a:bodyPr/>
          <a:lstStyle>
            <a:lvl1pPr>
              <a:defRPr/>
            </a:lvl1pPr>
          </a:lstStyle>
          <a:p>
            <a:pPr>
              <a:defRPr/>
            </a:pPr>
            <a:endParaRPr lang="en-US"/>
          </a:p>
        </p:txBody>
      </p:sp>
    </p:spTree>
    <p:extLst>
      <p:ext uri="{BB962C8B-B14F-4D97-AF65-F5344CB8AC3E}">
        <p14:creationId xmlns:p14="http://schemas.microsoft.com/office/powerpoint/2010/main" val="1925432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2"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2"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782653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0" y="-28576"/>
            <a:ext cx="12192000" cy="1247775"/>
          </a:xfrm>
        </p:spPr>
        <p:txBody>
          <a:bodyPr/>
          <a:lstStyle/>
          <a:p>
            <a:r>
              <a:rPr lang="en-US"/>
              <a:t>Click to edit Master title style</a:t>
            </a:r>
          </a:p>
        </p:txBody>
      </p:sp>
    </p:spTree>
    <p:extLst>
      <p:ext uri="{BB962C8B-B14F-4D97-AF65-F5344CB8AC3E}">
        <p14:creationId xmlns:p14="http://schemas.microsoft.com/office/powerpoint/2010/main" val="42119997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169605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4" y="273052"/>
            <a:ext cx="6815668"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2"/>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5578566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1"/>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2389717" y="5367339"/>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8"/>
          <p:cNvSpPr>
            <a:spLocks noGrp="1" noChangeArrowheads="1"/>
          </p:cNvSpPr>
          <p:nvPr>
            <p:ph type="ftr" sz="quarter" idx="10"/>
          </p:nvPr>
        </p:nvSpPr>
        <p:spPr>
          <a:xfrm>
            <a:off x="4165600" y="6477001"/>
            <a:ext cx="3860800" cy="244475"/>
          </a:xfrm>
          <a:prstGeom prst="rect">
            <a:avLst/>
          </a:prstGeom>
          <a:ln/>
        </p:spPr>
        <p:txBody>
          <a:bodyPr/>
          <a:lstStyle>
            <a:lvl1pPr>
              <a:defRPr/>
            </a:lvl1pPr>
          </a:lstStyle>
          <a:p>
            <a:pPr>
              <a:defRPr/>
            </a:pPr>
            <a:endParaRPr lang="en-US"/>
          </a:p>
        </p:txBody>
      </p:sp>
    </p:spTree>
    <p:extLst>
      <p:ext uri="{BB962C8B-B14F-4D97-AF65-F5344CB8AC3E}">
        <p14:creationId xmlns:p14="http://schemas.microsoft.com/office/powerpoint/2010/main" val="783574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0" y="-28576"/>
            <a:ext cx="12192000" cy="1247775"/>
          </a:xfr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8"/>
          <p:cNvSpPr>
            <a:spLocks noGrp="1" noChangeArrowheads="1"/>
          </p:cNvSpPr>
          <p:nvPr>
            <p:ph type="ftr" sz="quarter" idx="10"/>
          </p:nvPr>
        </p:nvSpPr>
        <p:spPr>
          <a:xfrm>
            <a:off x="4165600" y="6477001"/>
            <a:ext cx="3860800" cy="244475"/>
          </a:xfrm>
          <a:prstGeom prst="rect">
            <a:avLst/>
          </a:prstGeom>
          <a:ln/>
        </p:spPr>
        <p:txBody>
          <a:bodyPr/>
          <a:lstStyle>
            <a:lvl1pPr>
              <a:defRPr/>
            </a:lvl1pPr>
          </a:lstStyle>
          <a:p>
            <a:pPr>
              <a:defRPr/>
            </a:pPr>
            <a:endParaRPr lang="en-US"/>
          </a:p>
        </p:txBody>
      </p:sp>
    </p:spTree>
    <p:extLst>
      <p:ext uri="{BB962C8B-B14F-4D97-AF65-F5344CB8AC3E}">
        <p14:creationId xmlns:p14="http://schemas.microsoft.com/office/powerpoint/2010/main" val="36796126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990602"/>
            <a:ext cx="2743200" cy="490696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990602"/>
            <a:ext cx="8026400" cy="49069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8"/>
          <p:cNvSpPr>
            <a:spLocks noGrp="1" noChangeArrowheads="1"/>
          </p:cNvSpPr>
          <p:nvPr>
            <p:ph type="ftr" sz="quarter" idx="10"/>
          </p:nvPr>
        </p:nvSpPr>
        <p:spPr>
          <a:xfrm>
            <a:off x="4165600" y="6477001"/>
            <a:ext cx="3860800" cy="244475"/>
          </a:xfrm>
          <a:prstGeom prst="rect">
            <a:avLst/>
          </a:prstGeom>
          <a:ln/>
        </p:spPr>
        <p:txBody>
          <a:bodyPr/>
          <a:lstStyle>
            <a:lvl1pPr>
              <a:defRPr/>
            </a:lvl1pPr>
          </a:lstStyle>
          <a:p>
            <a:pPr>
              <a:defRPr/>
            </a:pPr>
            <a:endParaRPr lang="en-US"/>
          </a:p>
        </p:txBody>
      </p:sp>
    </p:spTree>
    <p:extLst>
      <p:ext uri="{BB962C8B-B14F-4D97-AF65-F5344CB8AC3E}">
        <p14:creationId xmlns:p14="http://schemas.microsoft.com/office/powerpoint/2010/main" val="23416208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objAndTwoObj" preserve="1">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990600"/>
            <a:ext cx="10972800" cy="990600"/>
          </a:xfrm>
        </p:spPr>
        <p:txBody>
          <a:bodyPr/>
          <a:lstStyle/>
          <a:p>
            <a:r>
              <a:rPr lang="en-US"/>
              <a:t>Click to edit Master title style</a:t>
            </a:r>
          </a:p>
        </p:txBody>
      </p:sp>
      <p:sp>
        <p:nvSpPr>
          <p:cNvPr id="3" name="Content Placeholder 2"/>
          <p:cNvSpPr>
            <a:spLocks noGrp="1"/>
          </p:cNvSpPr>
          <p:nvPr>
            <p:ph sz="half" idx="1"/>
          </p:nvPr>
        </p:nvSpPr>
        <p:spPr>
          <a:xfrm>
            <a:off x="609600" y="1981202"/>
            <a:ext cx="5384800" cy="39163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6197600" y="1981201"/>
            <a:ext cx="5384800" cy="18811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6197600" y="4014790"/>
            <a:ext cx="5384800" cy="18827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8"/>
          <p:cNvSpPr>
            <a:spLocks noGrp="1" noChangeArrowheads="1"/>
          </p:cNvSpPr>
          <p:nvPr>
            <p:ph type="ftr" sz="quarter" idx="10"/>
          </p:nvPr>
        </p:nvSpPr>
        <p:spPr>
          <a:xfrm>
            <a:off x="4165600" y="6477001"/>
            <a:ext cx="3860800" cy="244475"/>
          </a:xfrm>
          <a:prstGeom prst="rect">
            <a:avLst/>
          </a:prstGeom>
          <a:ln/>
        </p:spPr>
        <p:txBody>
          <a:bodyPr/>
          <a:lstStyle>
            <a:lvl1pPr>
              <a:defRPr/>
            </a:lvl1pPr>
          </a:lstStyle>
          <a:p>
            <a:pPr>
              <a:defRPr/>
            </a:pPr>
            <a:endParaRPr lang="en-US"/>
          </a:p>
        </p:txBody>
      </p:sp>
    </p:spTree>
    <p:extLst>
      <p:ext uri="{BB962C8B-B14F-4D97-AF65-F5344CB8AC3E}">
        <p14:creationId xmlns:p14="http://schemas.microsoft.com/office/powerpoint/2010/main" val="304982573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xAndMedia" preserve="1">
  <p:cSld name="Title, Text and Media Clip">
    <p:spTree>
      <p:nvGrpSpPr>
        <p:cNvPr id="1" name=""/>
        <p:cNvGrpSpPr/>
        <p:nvPr/>
      </p:nvGrpSpPr>
      <p:grpSpPr>
        <a:xfrm>
          <a:off x="0" y="0"/>
          <a:ext cx="0" cy="0"/>
          <a:chOff x="0" y="0"/>
          <a:chExt cx="0" cy="0"/>
        </a:xfrm>
      </p:grpSpPr>
      <p:sp>
        <p:nvSpPr>
          <p:cNvPr id="2" name="Title 1"/>
          <p:cNvSpPr>
            <a:spLocks noGrp="1"/>
          </p:cNvSpPr>
          <p:nvPr>
            <p:ph type="title"/>
          </p:nvPr>
        </p:nvSpPr>
        <p:spPr>
          <a:xfrm>
            <a:off x="609600" y="990600"/>
            <a:ext cx="10972800" cy="990600"/>
          </a:xfrm>
        </p:spPr>
        <p:txBody>
          <a:bodyPr/>
          <a:lstStyle/>
          <a:p>
            <a:r>
              <a:rPr lang="en-US"/>
              <a:t>Click to edit Master title style</a:t>
            </a:r>
          </a:p>
        </p:txBody>
      </p:sp>
      <p:sp>
        <p:nvSpPr>
          <p:cNvPr id="3" name="Text Placeholder 2"/>
          <p:cNvSpPr>
            <a:spLocks noGrp="1"/>
          </p:cNvSpPr>
          <p:nvPr>
            <p:ph type="body" sz="half" idx="1"/>
          </p:nvPr>
        </p:nvSpPr>
        <p:spPr>
          <a:xfrm>
            <a:off x="609600" y="1981202"/>
            <a:ext cx="5384800" cy="39163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Media Placeholder 3"/>
          <p:cNvSpPr>
            <a:spLocks noGrp="1"/>
          </p:cNvSpPr>
          <p:nvPr>
            <p:ph type="media" sz="half" idx="2"/>
          </p:nvPr>
        </p:nvSpPr>
        <p:spPr>
          <a:xfrm>
            <a:off x="6197600" y="1981202"/>
            <a:ext cx="5384800" cy="3916363"/>
          </a:xfrm>
        </p:spPr>
        <p:txBody>
          <a:bodyPr/>
          <a:lstStyle/>
          <a:p>
            <a:pPr lvl="0"/>
            <a:r>
              <a:rPr lang="en-US" noProof="0"/>
              <a:t>Click icon to add media</a:t>
            </a:r>
          </a:p>
        </p:txBody>
      </p:sp>
      <p:sp>
        <p:nvSpPr>
          <p:cNvPr id="5" name="Rectangle 8"/>
          <p:cNvSpPr>
            <a:spLocks noGrp="1" noChangeArrowheads="1"/>
          </p:cNvSpPr>
          <p:nvPr>
            <p:ph type="ftr" sz="quarter" idx="10"/>
          </p:nvPr>
        </p:nvSpPr>
        <p:spPr>
          <a:xfrm>
            <a:off x="4165600" y="6477001"/>
            <a:ext cx="3860800" cy="244475"/>
          </a:xfrm>
          <a:prstGeom prst="rect">
            <a:avLst/>
          </a:prstGeom>
          <a:ln/>
        </p:spPr>
        <p:txBody>
          <a:bodyPr/>
          <a:lstStyle>
            <a:lvl1pPr>
              <a:defRPr/>
            </a:lvl1pPr>
          </a:lstStyle>
          <a:p>
            <a:pPr>
              <a:defRPr/>
            </a:pPr>
            <a:endParaRPr lang="en-US"/>
          </a:p>
        </p:txBody>
      </p:sp>
    </p:spTree>
    <p:extLst>
      <p:ext uri="{BB962C8B-B14F-4D97-AF65-F5344CB8AC3E}">
        <p14:creationId xmlns:p14="http://schemas.microsoft.com/office/powerpoint/2010/main" val="150596199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609600" y="990602"/>
            <a:ext cx="10972800" cy="4906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Rectangle 8"/>
          <p:cNvSpPr>
            <a:spLocks noGrp="1" noChangeArrowheads="1"/>
          </p:cNvSpPr>
          <p:nvPr>
            <p:ph type="ftr" sz="quarter" idx="10"/>
          </p:nvPr>
        </p:nvSpPr>
        <p:spPr>
          <a:xfrm>
            <a:off x="4165600" y="6477001"/>
            <a:ext cx="3860800" cy="244475"/>
          </a:xfrm>
          <a:prstGeom prst="rect">
            <a:avLst/>
          </a:prstGeom>
          <a:ln/>
        </p:spPr>
        <p:txBody>
          <a:bodyPr/>
          <a:lstStyle>
            <a:lvl1pPr>
              <a:defRPr/>
            </a:lvl1pPr>
          </a:lstStyle>
          <a:p>
            <a:pPr>
              <a:defRPr/>
            </a:pPr>
            <a:endParaRPr lang="en-US"/>
          </a:p>
        </p:txBody>
      </p:sp>
    </p:spTree>
    <p:extLst>
      <p:ext uri="{BB962C8B-B14F-4D97-AF65-F5344CB8AC3E}">
        <p14:creationId xmlns:p14="http://schemas.microsoft.com/office/powerpoint/2010/main" val="288665950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endParaRPr lang="en-US" alt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EBA585E1-CF01-406D-858C-101913AACD92}" type="slidenum">
              <a:rPr lang="en-US" altLang="en-US"/>
              <a:pPr>
                <a:defRPr/>
              </a:pPr>
              <a:t>‹#›</a:t>
            </a:fld>
            <a:endParaRPr lang="en-US" altLang="en-US"/>
          </a:p>
        </p:txBody>
      </p:sp>
    </p:spTree>
    <p:extLst>
      <p:ext uri="{BB962C8B-B14F-4D97-AF65-F5344CB8AC3E}">
        <p14:creationId xmlns:p14="http://schemas.microsoft.com/office/powerpoint/2010/main" val="318272849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US" alt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3A7BED28-CF36-4AE1-B3BC-441DDA300B8C}" type="slidenum">
              <a:rPr lang="en-US" altLang="en-US"/>
              <a:pPr>
                <a:defRPr/>
              </a:pPr>
              <a:t>‹#›</a:t>
            </a:fld>
            <a:endParaRPr lang="en-US" altLang="en-US"/>
          </a:p>
        </p:txBody>
      </p:sp>
    </p:spTree>
    <p:extLst>
      <p:ext uri="{BB962C8B-B14F-4D97-AF65-F5344CB8AC3E}">
        <p14:creationId xmlns:p14="http://schemas.microsoft.com/office/powerpoint/2010/main" val="229839079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endParaRPr lang="en-US" alt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5A7AB5C3-E46F-47EA-B2C7-0537058F2BAD}" type="slidenum">
              <a:rPr lang="en-US" altLang="en-US"/>
              <a:pPr>
                <a:defRPr/>
              </a:pPr>
              <a:t>‹#›</a:t>
            </a:fld>
            <a:endParaRPr lang="en-US" altLang="en-US"/>
          </a:p>
        </p:txBody>
      </p:sp>
    </p:spTree>
    <p:extLst>
      <p:ext uri="{BB962C8B-B14F-4D97-AF65-F5344CB8AC3E}">
        <p14:creationId xmlns:p14="http://schemas.microsoft.com/office/powerpoint/2010/main" val="310159006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endParaRPr lang="en-US" alt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A2B11607-FEDE-4B3C-B093-8F69E31FE090}" type="slidenum">
              <a:rPr lang="en-US" altLang="en-US"/>
              <a:pPr>
                <a:defRPr/>
              </a:pPr>
              <a:t>‹#›</a:t>
            </a:fld>
            <a:endParaRPr lang="en-US" altLang="en-US"/>
          </a:p>
        </p:txBody>
      </p:sp>
    </p:spTree>
    <p:extLst>
      <p:ext uri="{BB962C8B-B14F-4D97-AF65-F5344CB8AC3E}">
        <p14:creationId xmlns:p14="http://schemas.microsoft.com/office/powerpoint/2010/main" val="25535913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endParaRPr lang="en-US" alt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53A3879A-5510-441C-AF5A-BB7EDDA5696E}" type="slidenum">
              <a:rPr lang="en-US" altLang="en-US"/>
              <a:pPr>
                <a:defRPr/>
              </a:pPr>
              <a:t>‹#›</a:t>
            </a:fld>
            <a:endParaRPr lang="en-US" altLang="en-US"/>
          </a:p>
        </p:txBody>
      </p:sp>
    </p:spTree>
    <p:extLst>
      <p:ext uri="{BB962C8B-B14F-4D97-AF65-F5344CB8AC3E}">
        <p14:creationId xmlns:p14="http://schemas.microsoft.com/office/powerpoint/2010/main" val="407303704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endParaRPr lang="en-US" alt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B40A0A3C-4E93-4AE8-9691-5880DE951956}" type="slidenum">
              <a:rPr lang="en-US" altLang="en-US"/>
              <a:pPr>
                <a:defRPr/>
              </a:pPr>
              <a:t>‹#›</a:t>
            </a:fld>
            <a:endParaRPr lang="en-US" altLang="en-US"/>
          </a:p>
        </p:txBody>
      </p:sp>
    </p:spTree>
    <p:extLst>
      <p:ext uri="{BB962C8B-B14F-4D97-AF65-F5344CB8AC3E}">
        <p14:creationId xmlns:p14="http://schemas.microsoft.com/office/powerpoint/2010/main" val="226647841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endParaRPr lang="en-US" alt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19190B27-A95E-4E85-A968-48FC38C18BEA}" type="slidenum">
              <a:rPr lang="en-US" altLang="en-US"/>
              <a:pPr>
                <a:defRPr/>
              </a:pPr>
              <a:t>‹#›</a:t>
            </a:fld>
            <a:endParaRPr lang="en-US" altLang="en-US"/>
          </a:p>
        </p:txBody>
      </p:sp>
    </p:spTree>
    <p:extLst>
      <p:ext uri="{BB962C8B-B14F-4D97-AF65-F5344CB8AC3E}">
        <p14:creationId xmlns:p14="http://schemas.microsoft.com/office/powerpoint/2010/main" val="403962434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alt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865B2C8D-9373-4A5C-966D-3D5A3E53D1AD}" type="slidenum">
              <a:rPr lang="en-US" altLang="en-US"/>
              <a:pPr>
                <a:defRPr/>
              </a:pPr>
              <a:t>‹#›</a:t>
            </a:fld>
            <a:endParaRPr lang="en-US" altLang="en-US"/>
          </a:p>
        </p:txBody>
      </p:sp>
    </p:spTree>
    <p:extLst>
      <p:ext uri="{BB962C8B-B14F-4D97-AF65-F5344CB8AC3E}">
        <p14:creationId xmlns:p14="http://schemas.microsoft.com/office/powerpoint/2010/main" val="77590224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alt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725217E3-9142-477F-B01F-5956A03AE788}" type="slidenum">
              <a:rPr lang="en-US" altLang="en-US"/>
              <a:pPr>
                <a:defRPr/>
              </a:pPr>
              <a:t>‹#›</a:t>
            </a:fld>
            <a:endParaRPr lang="en-US" altLang="en-US"/>
          </a:p>
        </p:txBody>
      </p:sp>
    </p:spTree>
    <p:extLst>
      <p:ext uri="{BB962C8B-B14F-4D97-AF65-F5344CB8AC3E}">
        <p14:creationId xmlns:p14="http://schemas.microsoft.com/office/powerpoint/2010/main" val="239852038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US" alt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C82FD06C-BD9A-4128-BB6C-2F9A3DB4FAFE}" type="slidenum">
              <a:rPr lang="en-US" altLang="en-US"/>
              <a:pPr>
                <a:defRPr/>
              </a:pPr>
              <a:t>‹#›</a:t>
            </a:fld>
            <a:endParaRPr lang="en-US" altLang="en-US"/>
          </a:p>
        </p:txBody>
      </p:sp>
    </p:spTree>
    <p:extLst>
      <p:ext uri="{BB962C8B-B14F-4D97-AF65-F5344CB8AC3E}">
        <p14:creationId xmlns:p14="http://schemas.microsoft.com/office/powerpoint/2010/main" val="212435571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US" alt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CFAFB62-30DA-4A3E-98AA-4C489BA2EE23}" type="slidenum">
              <a:rPr lang="en-US" altLang="en-US"/>
              <a:pPr>
                <a:defRPr/>
              </a:pPr>
              <a:t>‹#›</a:t>
            </a:fld>
            <a:endParaRPr lang="en-US" altLang="en-US"/>
          </a:p>
        </p:txBody>
      </p:sp>
    </p:spTree>
    <p:extLst>
      <p:ext uri="{BB962C8B-B14F-4D97-AF65-F5344CB8AC3E}">
        <p14:creationId xmlns:p14="http://schemas.microsoft.com/office/powerpoint/2010/main" val="40365834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image" Target="../media/image4.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image" Target="../media/image1.png"/><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theme" Target="../theme/theme2.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6">
            <a:lum/>
          </a:blip>
          <a:srcRect/>
          <a:stretch>
            <a:fillRect t="-1000" b="-1000"/>
          </a:stretch>
        </a:blip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609600" y="1295400"/>
            <a:ext cx="10972800" cy="396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1028" name="Rectangle 2"/>
          <p:cNvSpPr>
            <a:spLocks noGrp="1" noChangeArrowheads="1"/>
          </p:cNvSpPr>
          <p:nvPr>
            <p:ph type="title"/>
          </p:nvPr>
        </p:nvSpPr>
        <p:spPr bwMode="auto">
          <a:xfrm>
            <a:off x="0" y="-28575"/>
            <a:ext cx="12192000" cy="990600"/>
          </a:xfrm>
          <a:prstGeom prst="rect">
            <a:avLst/>
          </a:prstGeom>
          <a:noFill/>
          <a:ln w="381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lvl="0"/>
            <a:r>
              <a:rPr lang="en-US" altLang="en-US" dirty="0"/>
              <a:t>Click to edit Master title style</a:t>
            </a:r>
          </a:p>
        </p:txBody>
      </p:sp>
    </p:spTree>
  </p:cSld>
  <p:clrMap bg1="lt1" tx1="dk1" bg2="lt2" tx2="dk2" accent1="accent1" accent2="accent2" accent3="accent3" accent4="accent4" accent5="accent5" accent6="accent6" hlink="hlink" folHlink="folHlink"/>
  <p:sldLayoutIdLst>
    <p:sldLayoutId id="2147484392" r:id="rId1"/>
    <p:sldLayoutId id="2147484393" r:id="rId2"/>
    <p:sldLayoutId id="2147484373" r:id="rId3"/>
    <p:sldLayoutId id="2147484374" r:id="rId4"/>
    <p:sldLayoutId id="2147484394" r:id="rId5"/>
    <p:sldLayoutId id="2147484395" r:id="rId6"/>
    <p:sldLayoutId id="2147484396" r:id="rId7"/>
    <p:sldLayoutId id="2147484397" r:id="rId8"/>
    <p:sldLayoutId id="2147484375" r:id="rId9"/>
    <p:sldLayoutId id="2147484376" r:id="rId10"/>
    <p:sldLayoutId id="2147484377" r:id="rId11"/>
    <p:sldLayoutId id="2147484378" r:id="rId12"/>
    <p:sldLayoutId id="2147484379" r:id="rId13"/>
    <p:sldLayoutId id="2147484380" r:id="rId14"/>
  </p:sldLayoutIdLst>
  <p:hf hdr="0" ftr="0" dt="0"/>
  <p:txStyles>
    <p:titleStyle>
      <a:lvl1pPr algn="ctr" rtl="0" eaLnBrk="1" fontAlgn="base" hangingPunct="1">
        <a:spcBef>
          <a:spcPct val="0"/>
        </a:spcBef>
        <a:spcAft>
          <a:spcPct val="0"/>
        </a:spcAft>
        <a:defRPr sz="3600">
          <a:solidFill>
            <a:schemeClr val="tx1"/>
          </a:solidFill>
          <a:latin typeface="+mj-lt"/>
          <a:ea typeface="ＭＳ Ｐゴシック" charset="0"/>
          <a:cs typeface="+mj-cs"/>
        </a:defRPr>
      </a:lvl1pPr>
      <a:lvl2pPr algn="ctr" rtl="0" eaLnBrk="1" fontAlgn="base" hangingPunct="1">
        <a:spcBef>
          <a:spcPct val="0"/>
        </a:spcBef>
        <a:spcAft>
          <a:spcPct val="0"/>
        </a:spcAft>
        <a:defRPr sz="3600">
          <a:solidFill>
            <a:schemeClr val="tx1"/>
          </a:solidFill>
          <a:latin typeface="Arial" pitchFamily="34" charset="0"/>
          <a:ea typeface="ＭＳ Ｐゴシック" charset="0"/>
        </a:defRPr>
      </a:lvl2pPr>
      <a:lvl3pPr algn="ctr" rtl="0" eaLnBrk="1" fontAlgn="base" hangingPunct="1">
        <a:spcBef>
          <a:spcPct val="0"/>
        </a:spcBef>
        <a:spcAft>
          <a:spcPct val="0"/>
        </a:spcAft>
        <a:defRPr sz="3600">
          <a:solidFill>
            <a:schemeClr val="tx1"/>
          </a:solidFill>
          <a:latin typeface="Arial" pitchFamily="34" charset="0"/>
          <a:ea typeface="ＭＳ Ｐゴシック" charset="0"/>
        </a:defRPr>
      </a:lvl3pPr>
      <a:lvl4pPr algn="ctr" rtl="0" eaLnBrk="1" fontAlgn="base" hangingPunct="1">
        <a:spcBef>
          <a:spcPct val="0"/>
        </a:spcBef>
        <a:spcAft>
          <a:spcPct val="0"/>
        </a:spcAft>
        <a:defRPr sz="3600">
          <a:solidFill>
            <a:schemeClr val="tx1"/>
          </a:solidFill>
          <a:latin typeface="Arial" pitchFamily="34" charset="0"/>
          <a:ea typeface="ＭＳ Ｐゴシック" charset="0"/>
        </a:defRPr>
      </a:lvl4pPr>
      <a:lvl5pPr algn="ctr" rtl="0" eaLnBrk="1" fontAlgn="base" hangingPunct="1">
        <a:spcBef>
          <a:spcPct val="0"/>
        </a:spcBef>
        <a:spcAft>
          <a:spcPct val="0"/>
        </a:spcAft>
        <a:defRPr sz="3600">
          <a:solidFill>
            <a:schemeClr val="tx1"/>
          </a:solidFill>
          <a:latin typeface="Arial" pitchFamily="34" charset="0"/>
          <a:ea typeface="ＭＳ Ｐゴシック" charset="0"/>
        </a:defRPr>
      </a:lvl5pPr>
      <a:lvl6pPr marL="457200" algn="l" rtl="0" eaLnBrk="1" fontAlgn="base" hangingPunct="1">
        <a:spcBef>
          <a:spcPct val="0"/>
        </a:spcBef>
        <a:spcAft>
          <a:spcPct val="0"/>
        </a:spcAft>
        <a:defRPr sz="4400">
          <a:solidFill>
            <a:schemeClr val="tx2"/>
          </a:solidFill>
          <a:latin typeface="Arial" pitchFamily="34" charset="0"/>
        </a:defRPr>
      </a:lvl6pPr>
      <a:lvl7pPr marL="914400" algn="l" rtl="0" eaLnBrk="1" fontAlgn="base" hangingPunct="1">
        <a:spcBef>
          <a:spcPct val="0"/>
        </a:spcBef>
        <a:spcAft>
          <a:spcPct val="0"/>
        </a:spcAft>
        <a:defRPr sz="4400">
          <a:solidFill>
            <a:schemeClr val="tx2"/>
          </a:solidFill>
          <a:latin typeface="Arial" pitchFamily="34" charset="0"/>
        </a:defRPr>
      </a:lvl7pPr>
      <a:lvl8pPr marL="1371600" algn="l" rtl="0" eaLnBrk="1" fontAlgn="base" hangingPunct="1">
        <a:spcBef>
          <a:spcPct val="0"/>
        </a:spcBef>
        <a:spcAft>
          <a:spcPct val="0"/>
        </a:spcAft>
        <a:defRPr sz="4400">
          <a:solidFill>
            <a:schemeClr val="tx2"/>
          </a:solidFill>
          <a:latin typeface="Arial" pitchFamily="34" charset="0"/>
        </a:defRPr>
      </a:lvl8pPr>
      <a:lvl9pPr marL="1828800" algn="l" rtl="0" eaLnBrk="1" fontAlgn="base" hangingPunct="1">
        <a:spcBef>
          <a:spcPct val="0"/>
        </a:spcBef>
        <a:spcAft>
          <a:spcPct val="0"/>
        </a:spcAft>
        <a:defRPr sz="4400">
          <a:solidFill>
            <a:schemeClr val="tx2"/>
          </a:solidFill>
          <a:latin typeface="Arial" pitchFamily="34" charset="0"/>
        </a:defRPr>
      </a:lvl9pPr>
    </p:titleStyle>
    <p:bodyStyle>
      <a:lvl1pPr marL="342900" indent="-342900" algn="l" rtl="0" eaLnBrk="1" fontAlgn="base" hangingPunct="1">
        <a:spcBef>
          <a:spcPct val="20000"/>
        </a:spcBef>
        <a:spcAft>
          <a:spcPct val="0"/>
        </a:spcAft>
        <a:buSzPct val="75000"/>
        <a:buBlip>
          <a:blip r:embed="rId17"/>
        </a:buBlip>
        <a:defRPr sz="3200">
          <a:solidFill>
            <a:schemeClr val="tx1"/>
          </a:solidFill>
          <a:latin typeface="+mn-lt"/>
          <a:ea typeface="ＭＳ Ｐゴシック" charset="0"/>
          <a:cs typeface="+mn-cs"/>
        </a:defRPr>
      </a:lvl1pPr>
      <a:lvl2pPr marL="742950" indent="-285750" algn="l" rtl="0" eaLnBrk="1" fontAlgn="base" hangingPunct="1">
        <a:spcBef>
          <a:spcPct val="20000"/>
        </a:spcBef>
        <a:spcAft>
          <a:spcPct val="0"/>
        </a:spcAft>
        <a:buSzPct val="65000"/>
        <a:buBlip>
          <a:blip r:embed="rId18"/>
        </a:buBlip>
        <a:defRPr sz="2800">
          <a:solidFill>
            <a:srgbClr val="000050"/>
          </a:solidFill>
          <a:latin typeface="+mn-lt"/>
          <a:ea typeface="ＭＳ Ｐゴシック" charset="0"/>
        </a:defRPr>
      </a:lvl2pPr>
      <a:lvl3pPr marL="1143000" indent="-228600" algn="l" rtl="0" eaLnBrk="1" fontAlgn="base" hangingPunct="1">
        <a:spcBef>
          <a:spcPct val="20000"/>
        </a:spcBef>
        <a:spcAft>
          <a:spcPct val="0"/>
        </a:spcAft>
        <a:buSzPct val="65000"/>
        <a:buBlip>
          <a:blip r:embed="rId19"/>
        </a:buBlip>
        <a:defRPr sz="2400">
          <a:solidFill>
            <a:schemeClr val="tx1"/>
          </a:solidFill>
          <a:latin typeface="+mn-lt"/>
          <a:ea typeface="ＭＳ Ｐゴシック" charset="0"/>
        </a:defRPr>
      </a:lvl3pPr>
      <a:lvl4pPr marL="1600200" indent="-228600" algn="l" rtl="0" eaLnBrk="1" fontAlgn="base" hangingPunct="1">
        <a:spcBef>
          <a:spcPct val="20000"/>
        </a:spcBef>
        <a:spcAft>
          <a:spcPct val="0"/>
        </a:spcAft>
        <a:buChar char="–"/>
        <a:defRPr sz="2000">
          <a:solidFill>
            <a:schemeClr val="tx1"/>
          </a:solidFill>
          <a:latin typeface="+mn-lt"/>
          <a:ea typeface="ＭＳ Ｐゴシック" charset="0"/>
        </a:defRPr>
      </a:lvl4pPr>
      <a:lvl5pPr marL="2057400" indent="-228600" algn="l" rtl="0" eaLnBrk="1" fontAlgn="base" hangingPunct="1">
        <a:spcBef>
          <a:spcPct val="20000"/>
        </a:spcBef>
        <a:spcAft>
          <a:spcPct val="0"/>
        </a:spcAft>
        <a:buChar char="»"/>
        <a:defRPr sz="2000">
          <a:solidFill>
            <a:schemeClr val="tx1"/>
          </a:solidFill>
          <a:latin typeface="+mn-lt"/>
          <a:ea typeface="ＭＳ Ｐゴシック"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3">
            <a:lum/>
          </a:blip>
          <a:srcRect/>
          <a:stretch>
            <a:fillRect t="-1000" b="-1000"/>
          </a:stretch>
        </a:blipFill>
        <a:effectLst/>
      </p:bgPr>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609600" y="274638"/>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2051" name="Text Placeholder 2"/>
          <p:cNvSpPr>
            <a:spLocks noGrp="1"/>
          </p:cNvSpPr>
          <p:nvPr>
            <p:ph type="body" idx="1"/>
          </p:nvPr>
        </p:nvSpPr>
        <p:spPr bwMode="auto">
          <a:xfrm>
            <a:off x="609600" y="1600201"/>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Arial" pitchFamily="34" charset="0"/>
              </a:defRPr>
            </a:lvl1pPr>
          </a:lstStyle>
          <a:p>
            <a:pPr>
              <a:defRPr/>
            </a:pPr>
            <a:endParaRPr lang="en-US" alt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latin typeface="Arial" charset="0"/>
                <a:ea typeface="+mn-ea"/>
              </a:defRPr>
            </a:lvl1pPr>
          </a:lstStyle>
          <a:p>
            <a:pPr>
              <a:defRPr/>
            </a:pPr>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Arial" pitchFamily="34" charset="0"/>
              </a:defRPr>
            </a:lvl1pPr>
          </a:lstStyle>
          <a:p>
            <a:pPr>
              <a:defRPr/>
            </a:pPr>
            <a:fld id="{0BFDEB6E-1DDE-4718-956D-E92CB94A556C}"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4381" r:id="rId1"/>
    <p:sldLayoutId id="2147484382" r:id="rId2"/>
    <p:sldLayoutId id="2147484383" r:id="rId3"/>
    <p:sldLayoutId id="2147484384" r:id="rId4"/>
    <p:sldLayoutId id="2147484385" r:id="rId5"/>
    <p:sldLayoutId id="2147484386" r:id="rId6"/>
    <p:sldLayoutId id="2147484387" r:id="rId7"/>
    <p:sldLayoutId id="2147484388" r:id="rId8"/>
    <p:sldLayoutId id="2147484389" r:id="rId9"/>
    <p:sldLayoutId id="2147484390" r:id="rId10"/>
    <p:sldLayoutId id="2147484391" r:id="rId11"/>
  </p:sldLayoutIdLst>
  <p:hf hdr="0" ftr="0" dt="0"/>
  <p:txStyles>
    <p:titleStyle>
      <a:lvl1pPr algn="ctr" rtl="0" eaLnBrk="0" fontAlgn="base" hangingPunct="0">
        <a:spcBef>
          <a:spcPct val="0"/>
        </a:spcBef>
        <a:spcAft>
          <a:spcPct val="0"/>
        </a:spcAft>
        <a:defRPr sz="4400" kern="1200">
          <a:solidFill>
            <a:schemeClr val="tx1"/>
          </a:solidFill>
          <a:latin typeface="+mj-lt"/>
          <a:ea typeface="ＭＳ Ｐゴシック" charset="0"/>
          <a:cs typeface="+mj-cs"/>
        </a:defRPr>
      </a:lvl1pPr>
      <a:lvl2pPr algn="ctr" rtl="0" eaLnBrk="0" fontAlgn="base" hangingPunct="0">
        <a:spcBef>
          <a:spcPct val="0"/>
        </a:spcBef>
        <a:spcAft>
          <a:spcPct val="0"/>
        </a:spcAft>
        <a:defRPr sz="4400">
          <a:solidFill>
            <a:schemeClr val="tx1"/>
          </a:solidFill>
          <a:latin typeface="Calibri" pitchFamily="34" charset="0"/>
          <a:ea typeface="ＭＳ Ｐゴシック" charset="0"/>
        </a:defRPr>
      </a:lvl2pPr>
      <a:lvl3pPr algn="ctr" rtl="0" eaLnBrk="0" fontAlgn="base" hangingPunct="0">
        <a:spcBef>
          <a:spcPct val="0"/>
        </a:spcBef>
        <a:spcAft>
          <a:spcPct val="0"/>
        </a:spcAft>
        <a:defRPr sz="4400">
          <a:solidFill>
            <a:schemeClr val="tx1"/>
          </a:solidFill>
          <a:latin typeface="Calibri" pitchFamily="34" charset="0"/>
          <a:ea typeface="ＭＳ Ｐゴシック" charset="0"/>
        </a:defRPr>
      </a:lvl3pPr>
      <a:lvl4pPr algn="ctr" rtl="0" eaLnBrk="0" fontAlgn="base" hangingPunct="0">
        <a:spcBef>
          <a:spcPct val="0"/>
        </a:spcBef>
        <a:spcAft>
          <a:spcPct val="0"/>
        </a:spcAft>
        <a:defRPr sz="4400">
          <a:solidFill>
            <a:schemeClr val="tx1"/>
          </a:solidFill>
          <a:latin typeface="Calibri" pitchFamily="34" charset="0"/>
          <a:ea typeface="ＭＳ Ｐゴシック" charset="0"/>
        </a:defRPr>
      </a:lvl4pPr>
      <a:lvl5pPr algn="ctr" rtl="0" eaLnBrk="0" fontAlgn="base" hangingPunct="0">
        <a:spcBef>
          <a:spcPct val="0"/>
        </a:spcBef>
        <a:spcAft>
          <a:spcPct val="0"/>
        </a:spcAft>
        <a:defRPr sz="4400">
          <a:solidFill>
            <a:schemeClr val="tx1"/>
          </a:solidFill>
          <a:latin typeface="Calibri" pitchFamily="34" charset="0"/>
          <a:ea typeface="ＭＳ Ｐゴシック"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ＭＳ Ｐゴシック" charset="0"/>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ＭＳ Ｐゴシック" charset="0"/>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ＭＳ Ｐゴシック" charset="0"/>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ＭＳ Ｐゴシック" charset="0"/>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ＭＳ Ｐゴシック" charset="0"/>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4.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4.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4.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4.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hyperlink" Target="https://cis300.cs.ksu.edu/dictionaries/linked-list-impl/" TargetMode="External"/><Relationship Id="rId7"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hyperlink" Target="https://web.stanford.edu/class/archive/cs/cs161/cs161.1168/lecture9.pdf" TargetMode="External"/><Relationship Id="rId4" Type="http://schemas.openxmlformats.org/officeDocument/2006/relationships/hyperlink" Target="http://see-programming.blogspot.com/2013/05/implement-dictionary-using-binary.html" TargetMode="External"/><Relationship Id="rId9" Type="http://schemas.openxmlformats.org/officeDocument/2006/relationships/image" Target="../media/image4.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4.png"/><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hyperlink" Target="https://www.geeksforgeeks.org/extendible-hashing-dynamic-approach-to-dbms/" TargetMode="External"/><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hyperlink" Target="http://estudies4you.blogspot.com/2017/09/symbol-table-organizing-using-hashing.html" TargetMode="External"/><Relationship Id="rId5" Type="http://schemas.openxmlformats.org/officeDocument/2006/relationships/image" Target="../media/image4.png"/><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4.png"/><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4.png"/><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2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4.png"/><Relationship Id="rId4" Type="http://schemas.openxmlformats.org/officeDocument/2006/relationships/image" Target="../media/image3.png"/></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4.png"/><Relationship Id="rId4" Type="http://schemas.openxmlformats.org/officeDocument/2006/relationships/image" Target="../media/image3.png"/></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4.png"/><Relationship Id="rId4" Type="http://schemas.openxmlformats.org/officeDocument/2006/relationships/image" Target="../media/image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a:solidFill>
                  <a:srgbClr val="FF0000"/>
                </a:solidFill>
              </a:rPr>
              <a:t>Topic 5</a:t>
            </a:r>
          </a:p>
        </p:txBody>
      </p:sp>
      <p:sp>
        <p:nvSpPr>
          <p:cNvPr id="3" name="Subtitle 2"/>
          <p:cNvSpPr>
            <a:spLocks noGrp="1"/>
          </p:cNvSpPr>
          <p:nvPr>
            <p:ph type="subTitle" idx="1"/>
          </p:nvPr>
        </p:nvSpPr>
        <p:spPr/>
        <p:txBody>
          <a:bodyPr/>
          <a:lstStyle/>
          <a:p>
            <a:r>
              <a:rPr lang="en-US" b="1" dirty="0">
                <a:solidFill>
                  <a:srgbClr val="0000CC"/>
                </a:solidFill>
              </a:rPr>
              <a:t>Space and Time Tradeoffs</a:t>
            </a:r>
          </a:p>
          <a:p>
            <a:r>
              <a:rPr lang="en-US" b="1" dirty="0">
                <a:solidFill>
                  <a:srgbClr val="00B050"/>
                </a:solidFill>
                <a:latin typeface="Agency FB" panose="020B0503020202020204" pitchFamily="34" charset="0"/>
              </a:rPr>
              <a:t>Prof. Hanan Elazhary</a:t>
            </a:r>
          </a:p>
          <a:p>
            <a:endParaRPr lang="en-US" b="1" dirty="0">
              <a:solidFill>
                <a:srgbClr val="0000CC"/>
              </a:solidFill>
            </a:endParaRPr>
          </a:p>
        </p:txBody>
      </p:sp>
      <p:sp>
        <p:nvSpPr>
          <p:cNvPr id="6" name="TextBox 5">
            <a:extLst>
              <a:ext uri="{FF2B5EF4-FFF2-40B4-BE49-F238E27FC236}">
                <a16:creationId xmlns:a16="http://schemas.microsoft.com/office/drawing/2014/main" id="{7B1DDC7D-9AC9-1A5F-C492-B67EF3D30262}"/>
              </a:ext>
            </a:extLst>
          </p:cNvPr>
          <p:cNvSpPr txBox="1"/>
          <p:nvPr/>
        </p:nvSpPr>
        <p:spPr>
          <a:xfrm>
            <a:off x="2819400" y="6410980"/>
            <a:ext cx="9387840" cy="276999"/>
          </a:xfrm>
          <a:prstGeom prst="rect">
            <a:avLst/>
          </a:prstGeom>
          <a:noFill/>
        </p:spPr>
        <p:txBody>
          <a:bodyPr wrap="square" rtlCol="0">
            <a:spAutoFit/>
          </a:bodyPr>
          <a:lstStyle/>
          <a:p>
            <a:r>
              <a:rPr lang="en-US" sz="1200" b="1" dirty="0"/>
              <a:t>Main source: </a:t>
            </a:r>
            <a:r>
              <a:rPr lang="en-US" sz="1200" dirty="0"/>
              <a:t>A. Levitin, Introduction to the Design and Analysis of Algorithms, 3</a:t>
            </a:r>
            <a:r>
              <a:rPr lang="en-US" sz="1200" baseline="30000" dirty="0"/>
              <a:t>rd</a:t>
            </a:r>
            <a:r>
              <a:rPr lang="en-US" sz="1200" dirty="0"/>
              <a:t> edition</a:t>
            </a:r>
          </a:p>
        </p:txBody>
      </p:sp>
    </p:spTree>
    <p:extLst>
      <p:ext uri="{BB962C8B-B14F-4D97-AF65-F5344CB8AC3E}">
        <p14:creationId xmlns:p14="http://schemas.microsoft.com/office/powerpoint/2010/main" val="31405977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title"/>
          </p:nvPr>
        </p:nvSpPr>
        <p:spPr>
          <a:xfrm>
            <a:off x="457200" y="338065"/>
            <a:ext cx="11065008" cy="500137"/>
          </a:xfrm>
          <a:prstGeom prst="rect">
            <a:avLst/>
          </a:prstGeom>
          <a:noFill/>
          <a:ln>
            <a:noFill/>
          </a:ln>
        </p:spPr>
        <p:txBody>
          <a:bodyPr vert="horz" wrap="square" lIns="0" tIns="0" rIns="0" bIns="0" numCol="1" rtlCol="0" anchor="ctr" anchorCtr="0" compatLnSpc="1">
            <a:prstTxWarp prst="textNoShape">
              <a:avLst/>
            </a:prstTxWarp>
            <a:spAutoFit/>
          </a:bodyPr>
          <a:lstStyle/>
          <a:p>
            <a:pPr marL="11527">
              <a:lnSpc>
                <a:spcPts val="3916"/>
              </a:lnSpc>
            </a:pPr>
            <a:r>
              <a:rPr lang="en-US" sz="4000" b="1" dirty="0">
                <a:solidFill>
                  <a:srgbClr val="FF0000"/>
                </a:solidFill>
              </a:rPr>
              <a:t>Space-for-time Tradeoffs</a:t>
            </a:r>
            <a:endParaRPr sz="4000" b="1" spc="-18" dirty="0">
              <a:solidFill>
                <a:srgbClr val="FF0000"/>
              </a:solidFill>
            </a:endParaRPr>
          </a:p>
        </p:txBody>
      </p:sp>
      <p:sp>
        <p:nvSpPr>
          <p:cNvPr id="3" name="Slide Number Placeholder 2"/>
          <p:cNvSpPr>
            <a:spLocks noGrp="1"/>
          </p:cNvSpPr>
          <p:nvPr>
            <p:ph type="sldNum" sz="quarter" idx="4294967295"/>
          </p:nvPr>
        </p:nvSpPr>
        <p:spPr>
          <a:xfrm>
            <a:off x="8737600" y="6356351"/>
            <a:ext cx="2844800" cy="365125"/>
          </a:xfrm>
          <a:prstGeom prst="rect">
            <a:avLst/>
          </a:prstGeom>
        </p:spPr>
        <p:txBody>
          <a:bodyPr/>
          <a:lstStyle/>
          <a:p>
            <a:pPr algn="r"/>
            <a:fld id="{C65781BD-3F4D-4CA7-A858-CE94DEA3B426}" type="slidenum">
              <a:rPr lang="en-US" smtClean="0"/>
              <a:pPr algn="r"/>
              <a:t>2</a:t>
            </a:fld>
            <a:endParaRPr lang="en-US" dirty="0"/>
          </a:p>
        </p:txBody>
      </p:sp>
      <p:sp>
        <p:nvSpPr>
          <p:cNvPr id="9" name="object 7">
            <a:extLst>
              <a:ext uri="{FF2B5EF4-FFF2-40B4-BE49-F238E27FC236}">
                <a16:creationId xmlns:a16="http://schemas.microsoft.com/office/drawing/2014/main" id="{ACB0B48A-560D-4839-8006-6097D80F76DB}"/>
              </a:ext>
            </a:extLst>
          </p:cNvPr>
          <p:cNvSpPr txBox="1">
            <a:spLocks/>
          </p:cNvSpPr>
          <p:nvPr/>
        </p:nvSpPr>
        <p:spPr bwMode="auto">
          <a:xfrm>
            <a:off x="457200" y="1228384"/>
            <a:ext cx="11430000" cy="4672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lvl1pPr marL="342900" indent="-342900" algn="l" rtl="0" eaLnBrk="1" fontAlgn="base" hangingPunct="1">
              <a:spcBef>
                <a:spcPct val="20000"/>
              </a:spcBef>
              <a:spcAft>
                <a:spcPct val="0"/>
              </a:spcAft>
              <a:buSzPct val="75000"/>
              <a:buBlip>
                <a:blip r:embed="rId3"/>
              </a:buBlip>
              <a:defRPr sz="3200">
                <a:solidFill>
                  <a:schemeClr val="tx1"/>
                </a:solidFill>
                <a:latin typeface="+mn-lt"/>
                <a:ea typeface="ＭＳ Ｐゴシック" charset="0"/>
                <a:cs typeface="+mn-cs"/>
              </a:defRPr>
            </a:lvl1pPr>
            <a:lvl2pPr marL="742950" indent="-285750" algn="l" rtl="0" eaLnBrk="1" fontAlgn="base" hangingPunct="1">
              <a:spcBef>
                <a:spcPct val="20000"/>
              </a:spcBef>
              <a:spcAft>
                <a:spcPct val="0"/>
              </a:spcAft>
              <a:buSzPct val="65000"/>
              <a:buBlip>
                <a:blip r:embed="rId4"/>
              </a:buBlip>
              <a:defRPr sz="2800">
                <a:solidFill>
                  <a:srgbClr val="000050"/>
                </a:solidFill>
                <a:latin typeface="+mn-lt"/>
                <a:ea typeface="ＭＳ Ｐゴシック" charset="0"/>
              </a:defRPr>
            </a:lvl2pPr>
            <a:lvl3pPr marL="1143000" indent="-228600" algn="l" rtl="0" eaLnBrk="1" fontAlgn="base" hangingPunct="1">
              <a:spcBef>
                <a:spcPct val="20000"/>
              </a:spcBef>
              <a:spcAft>
                <a:spcPct val="0"/>
              </a:spcAft>
              <a:buSzPct val="65000"/>
              <a:buBlip>
                <a:blip r:embed="rId5"/>
              </a:buBlip>
              <a:defRPr sz="2400">
                <a:solidFill>
                  <a:schemeClr val="tx1"/>
                </a:solidFill>
                <a:latin typeface="+mn-lt"/>
                <a:ea typeface="ＭＳ Ｐゴシック" charset="0"/>
              </a:defRPr>
            </a:lvl3pPr>
            <a:lvl4pPr marL="1600200" indent="-228600" algn="l" rtl="0" eaLnBrk="1" fontAlgn="base" hangingPunct="1">
              <a:spcBef>
                <a:spcPct val="20000"/>
              </a:spcBef>
              <a:spcAft>
                <a:spcPct val="0"/>
              </a:spcAft>
              <a:buChar char="–"/>
              <a:defRPr sz="2000">
                <a:solidFill>
                  <a:schemeClr val="tx1"/>
                </a:solidFill>
                <a:latin typeface="+mn-lt"/>
                <a:ea typeface="ＭＳ Ｐゴシック" charset="0"/>
              </a:defRPr>
            </a:lvl4pPr>
            <a:lvl5pPr marL="2057400" indent="-228600" algn="l" rtl="0" eaLnBrk="1" fontAlgn="base" hangingPunct="1">
              <a:spcBef>
                <a:spcPct val="20000"/>
              </a:spcBef>
              <a:spcAft>
                <a:spcPct val="0"/>
              </a:spcAft>
              <a:buChar char="»"/>
              <a:defRPr sz="2000">
                <a:solidFill>
                  <a:schemeClr val="tx1"/>
                </a:solidFill>
                <a:latin typeface="+mn-lt"/>
                <a:ea typeface="ＭＳ Ｐゴシック"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a:buClr>
                <a:srgbClr val="FF6600"/>
              </a:buClr>
              <a:tabLst>
                <a:tab pos="465671" algn="l"/>
              </a:tabLst>
            </a:pPr>
            <a:r>
              <a:rPr lang="en-US" sz="1800" dirty="0">
                <a:cs typeface="Arial" charset="0"/>
              </a:rPr>
              <a:t>Consider, as an example, the problem of computing values of a function at many points in its domain. If it is time that is at a premium, we can precompute the function’s values and store them in a table.</a:t>
            </a:r>
          </a:p>
          <a:p>
            <a:pPr>
              <a:buClr>
                <a:srgbClr val="FF6600"/>
              </a:buClr>
              <a:tabLst>
                <a:tab pos="465671" algn="l"/>
              </a:tabLst>
            </a:pPr>
            <a:endParaRPr lang="en-US" sz="1000" dirty="0">
              <a:cs typeface="Arial" charset="0"/>
            </a:endParaRPr>
          </a:p>
          <a:p>
            <a:pPr>
              <a:buClr>
                <a:srgbClr val="FF6600"/>
              </a:buClr>
              <a:tabLst>
                <a:tab pos="465671" algn="l"/>
              </a:tabLst>
            </a:pPr>
            <a:r>
              <a:rPr lang="en-US" sz="2800" dirty="0">
                <a:cs typeface="Arial" charset="0"/>
              </a:rPr>
              <a:t>Two varieties of space-for-time algorithms</a:t>
            </a:r>
          </a:p>
          <a:p>
            <a:pPr lvl="1">
              <a:buClr>
                <a:srgbClr val="FF6600"/>
              </a:buClr>
              <a:tabLst>
                <a:tab pos="465671" algn="l"/>
              </a:tabLst>
            </a:pPr>
            <a:r>
              <a:rPr lang="en-US" sz="2400" b="1" dirty="0">
                <a:cs typeface="Arial" charset="0"/>
              </a:rPr>
              <a:t>input enhancement  </a:t>
            </a:r>
            <a:r>
              <a:rPr lang="en-US" sz="2400" dirty="0">
                <a:cs typeface="Arial" charset="0"/>
              </a:rPr>
              <a:t>— preprocess the input (or part of it) and store the </a:t>
            </a:r>
            <a:r>
              <a:rPr lang="en-US" sz="2400" u="sng" dirty="0">
                <a:cs typeface="Arial" charset="0"/>
              </a:rPr>
              <a:t>additional information</a:t>
            </a:r>
            <a:r>
              <a:rPr lang="en-US" sz="2400" dirty="0">
                <a:cs typeface="Arial" charset="0"/>
              </a:rPr>
              <a:t> obtained </a:t>
            </a:r>
            <a:r>
              <a:rPr lang="en-US" sz="1800" dirty="0">
                <a:cs typeface="Arial" charset="0"/>
              </a:rPr>
              <a:t>(extra space)</a:t>
            </a:r>
            <a:r>
              <a:rPr lang="en-US" sz="2400" dirty="0">
                <a:cs typeface="Arial" charset="0"/>
              </a:rPr>
              <a:t> to accelerate solving the problem </a:t>
            </a:r>
          </a:p>
          <a:p>
            <a:pPr lvl="2">
              <a:buClr>
                <a:srgbClr val="FF6600"/>
              </a:buClr>
              <a:tabLst>
                <a:tab pos="465671" algn="l"/>
              </a:tabLst>
            </a:pPr>
            <a:r>
              <a:rPr lang="en-US" sz="2200" dirty="0">
                <a:cs typeface="Arial" charset="0"/>
              </a:rPr>
              <a:t>counting sort</a:t>
            </a:r>
          </a:p>
          <a:p>
            <a:pPr lvl="2">
              <a:buClr>
                <a:srgbClr val="FF6600"/>
              </a:buClr>
              <a:tabLst>
                <a:tab pos="465671" algn="l"/>
              </a:tabLst>
            </a:pPr>
            <a:r>
              <a:rPr lang="en-US" sz="2200" b="1" dirty="0">
                <a:solidFill>
                  <a:srgbClr val="7030A0"/>
                </a:solidFill>
                <a:cs typeface="Arial" charset="0"/>
              </a:rPr>
              <a:t>string matching </a:t>
            </a:r>
            <a:r>
              <a:rPr lang="en-US" sz="2200" dirty="0">
                <a:cs typeface="Arial" charset="0"/>
              </a:rPr>
              <a:t>(searching), e.g., </a:t>
            </a:r>
            <a:r>
              <a:rPr lang="en-US" sz="2200" b="1" dirty="0" err="1">
                <a:solidFill>
                  <a:srgbClr val="7030A0"/>
                </a:solidFill>
                <a:cs typeface="Arial" charset="0"/>
              </a:rPr>
              <a:t>Horspool</a:t>
            </a:r>
            <a:endParaRPr lang="en-US" sz="2200" dirty="0">
              <a:cs typeface="Arial" charset="0"/>
            </a:endParaRPr>
          </a:p>
          <a:p>
            <a:pPr marL="914400" lvl="2" indent="0">
              <a:buClr>
                <a:srgbClr val="FF6600"/>
              </a:buClr>
              <a:buNone/>
              <a:tabLst>
                <a:tab pos="465671" algn="l"/>
              </a:tabLst>
            </a:pPr>
            <a:endParaRPr lang="en-US" sz="1050" b="1" dirty="0">
              <a:solidFill>
                <a:srgbClr val="7030A0"/>
              </a:solidFill>
              <a:cs typeface="Arial" charset="0"/>
            </a:endParaRPr>
          </a:p>
          <a:p>
            <a:pPr lvl="1">
              <a:buClr>
                <a:srgbClr val="FF6600"/>
              </a:buClr>
              <a:tabLst>
                <a:tab pos="465671" algn="l"/>
              </a:tabLst>
            </a:pPr>
            <a:r>
              <a:rPr lang="en-US" sz="2400" b="1" dirty="0">
                <a:cs typeface="Arial" charset="0"/>
              </a:rPr>
              <a:t>prestructuring</a:t>
            </a:r>
            <a:r>
              <a:rPr lang="en-US" sz="2400" dirty="0">
                <a:cs typeface="Arial" charset="0"/>
              </a:rPr>
              <a:t> — preprocess the input </a:t>
            </a:r>
            <a:r>
              <a:rPr lang="en-US" sz="1800" dirty="0">
                <a:cs typeface="Arial" charset="0"/>
              </a:rPr>
              <a:t>(extra space) </a:t>
            </a:r>
            <a:r>
              <a:rPr lang="en-US" sz="2400" dirty="0">
                <a:cs typeface="Arial" charset="0"/>
              </a:rPr>
              <a:t>to make </a:t>
            </a:r>
            <a:r>
              <a:rPr lang="en-US" sz="2400" u="sng" dirty="0">
                <a:cs typeface="Arial" charset="0"/>
              </a:rPr>
              <a:t>accessing</a:t>
            </a:r>
            <a:r>
              <a:rPr lang="en-US" sz="2400" dirty="0">
                <a:cs typeface="Arial" charset="0"/>
              </a:rPr>
              <a:t> its elements faster and/or more flexible</a:t>
            </a:r>
          </a:p>
          <a:p>
            <a:pPr lvl="2">
              <a:buClr>
                <a:srgbClr val="FF6600"/>
              </a:buClr>
              <a:tabLst>
                <a:tab pos="465671" algn="l"/>
              </a:tabLst>
            </a:pPr>
            <a:r>
              <a:rPr lang="en-US" sz="2200" b="1" dirty="0">
                <a:solidFill>
                  <a:srgbClr val="7030A0"/>
                </a:solidFill>
                <a:cs typeface="Arial" charset="0"/>
              </a:rPr>
              <a:t>hashing</a:t>
            </a:r>
          </a:p>
          <a:p>
            <a:pPr lvl="2">
              <a:buClr>
                <a:srgbClr val="FF6600"/>
              </a:buClr>
              <a:tabLst>
                <a:tab pos="465671" algn="l"/>
              </a:tabLst>
            </a:pPr>
            <a:r>
              <a:rPr lang="en-US" sz="2200" dirty="0">
                <a:cs typeface="Arial" charset="0"/>
              </a:rPr>
              <a:t>indexing (e.g., </a:t>
            </a:r>
            <a:r>
              <a:rPr lang="en-US" sz="2200" b="1" dirty="0">
                <a:solidFill>
                  <a:srgbClr val="00B050"/>
                </a:solidFill>
                <a:cs typeface="Arial" charset="0"/>
              </a:rPr>
              <a:t>B-trees</a:t>
            </a:r>
            <a:r>
              <a:rPr lang="en-US" sz="2200" dirty="0">
                <a:cs typeface="Arial" charset="0"/>
              </a:rPr>
              <a:t>)</a:t>
            </a:r>
          </a:p>
        </p:txBody>
      </p:sp>
    </p:spTree>
    <p:extLst>
      <p:ext uri="{BB962C8B-B14F-4D97-AF65-F5344CB8AC3E}">
        <p14:creationId xmlns:p14="http://schemas.microsoft.com/office/powerpoint/2010/main" val="7400460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5ADBABA-AD23-4E8E-ACD7-D9C2BBCED46C}"/>
              </a:ext>
            </a:extLst>
          </p:cNvPr>
          <p:cNvSpPr/>
          <p:nvPr/>
        </p:nvSpPr>
        <p:spPr>
          <a:xfrm>
            <a:off x="0" y="0"/>
            <a:ext cx="12192000"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lang="en-US" sz="7200" b="1" dirty="0">
                <a:solidFill>
                  <a:srgbClr val="FF0000"/>
                </a:solidFill>
                <a:latin typeface="Arial"/>
              </a:rPr>
              <a:t>String Matching (Searching)</a:t>
            </a:r>
            <a:endParaRPr kumimoji="0" lang="en-US" sz="7200" b="1" i="0" u="none" strike="noStrike" kern="1200" cap="none" spc="0" normalizeH="0" baseline="0" noProof="0" dirty="0">
              <a:ln>
                <a:noFill/>
              </a:ln>
              <a:solidFill>
                <a:srgbClr val="FF0000"/>
              </a:solidFill>
              <a:effectLst/>
              <a:uLnTx/>
              <a:uFillTx/>
              <a:latin typeface="Arial"/>
              <a:ea typeface="+mn-ea"/>
              <a:cs typeface="+mn-cs"/>
            </a:endParaRPr>
          </a:p>
        </p:txBody>
      </p:sp>
    </p:spTree>
    <p:extLst>
      <p:ext uri="{BB962C8B-B14F-4D97-AF65-F5344CB8AC3E}">
        <p14:creationId xmlns:p14="http://schemas.microsoft.com/office/powerpoint/2010/main" val="14153893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title"/>
          </p:nvPr>
        </p:nvSpPr>
        <p:spPr>
          <a:xfrm>
            <a:off x="457200" y="338065"/>
            <a:ext cx="11065008" cy="500137"/>
          </a:xfrm>
          <a:prstGeom prst="rect">
            <a:avLst/>
          </a:prstGeom>
          <a:noFill/>
          <a:ln>
            <a:noFill/>
          </a:ln>
        </p:spPr>
        <p:txBody>
          <a:bodyPr vert="horz" wrap="square" lIns="0" tIns="0" rIns="0" bIns="0" numCol="1" rtlCol="0" anchor="ctr" anchorCtr="0" compatLnSpc="1">
            <a:prstTxWarp prst="textNoShape">
              <a:avLst/>
            </a:prstTxWarp>
            <a:spAutoFit/>
          </a:bodyPr>
          <a:lstStyle/>
          <a:p>
            <a:pPr marL="11527">
              <a:lnSpc>
                <a:spcPts val="3916"/>
              </a:lnSpc>
            </a:pPr>
            <a:r>
              <a:rPr lang="en-US" sz="4000" b="1" dirty="0">
                <a:solidFill>
                  <a:srgbClr val="FF0000"/>
                </a:solidFill>
              </a:rPr>
              <a:t>String Matching</a:t>
            </a:r>
            <a:endParaRPr sz="4000" b="1" spc="-18" dirty="0">
              <a:solidFill>
                <a:srgbClr val="FF0000"/>
              </a:solidFill>
            </a:endParaRPr>
          </a:p>
        </p:txBody>
      </p:sp>
      <p:sp>
        <p:nvSpPr>
          <p:cNvPr id="3" name="Slide Number Placeholder 2"/>
          <p:cNvSpPr>
            <a:spLocks noGrp="1"/>
          </p:cNvSpPr>
          <p:nvPr>
            <p:ph type="sldNum" sz="quarter" idx="4294967295"/>
          </p:nvPr>
        </p:nvSpPr>
        <p:spPr>
          <a:xfrm>
            <a:off x="8737600" y="6356351"/>
            <a:ext cx="2844800" cy="365125"/>
          </a:xfrm>
          <a:prstGeom prst="rect">
            <a:avLst/>
          </a:prstGeom>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C65781BD-3F4D-4CA7-A858-CE94DEA3B426}" type="slidenum">
              <a:rPr kumimoji="0" lang="en-US" sz="1800" b="0" i="0" u="none" strike="noStrike" kern="1200" cap="none" spc="0" normalizeH="0" baseline="0" noProof="0" smtClean="0">
                <a:ln>
                  <a:noFill/>
                </a:ln>
                <a:solidFill>
                  <a:srgbClr val="000000"/>
                </a:solidFill>
                <a:effectLst/>
                <a:uLnTx/>
                <a:uFillTx/>
                <a:latin typeface="Arial" charset="0"/>
                <a:ea typeface="ＭＳ Ｐゴシック"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4</a:t>
            </a:fld>
            <a:endParaRPr kumimoji="0" lang="en-US" sz="1800" b="0" i="0" u="none" strike="noStrike" kern="1200" cap="none" spc="0" normalizeH="0" baseline="0" noProof="0" dirty="0">
              <a:ln>
                <a:noFill/>
              </a:ln>
              <a:solidFill>
                <a:srgbClr val="000000"/>
              </a:solidFill>
              <a:effectLst/>
              <a:uLnTx/>
              <a:uFillTx/>
              <a:latin typeface="Arial" charset="0"/>
              <a:ea typeface="ＭＳ Ｐゴシック" pitchFamily="34" charset="-128"/>
              <a:cs typeface="+mn-cs"/>
            </a:endParaRPr>
          </a:p>
        </p:txBody>
      </p:sp>
      <p:sp>
        <p:nvSpPr>
          <p:cNvPr id="9" name="object 7">
            <a:extLst>
              <a:ext uri="{FF2B5EF4-FFF2-40B4-BE49-F238E27FC236}">
                <a16:creationId xmlns:a16="http://schemas.microsoft.com/office/drawing/2014/main" id="{ACB0B48A-560D-4839-8006-6097D80F76DB}"/>
              </a:ext>
            </a:extLst>
          </p:cNvPr>
          <p:cNvSpPr txBox="1">
            <a:spLocks/>
          </p:cNvSpPr>
          <p:nvPr/>
        </p:nvSpPr>
        <p:spPr bwMode="auto">
          <a:xfrm>
            <a:off x="457200" y="1228384"/>
            <a:ext cx="11430000" cy="36563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lvl1pPr marL="342900" indent="-342900" algn="l" rtl="0" eaLnBrk="1" fontAlgn="base" hangingPunct="1">
              <a:spcBef>
                <a:spcPct val="20000"/>
              </a:spcBef>
              <a:spcAft>
                <a:spcPct val="0"/>
              </a:spcAft>
              <a:buSzPct val="75000"/>
              <a:buBlip>
                <a:blip r:embed="rId3"/>
              </a:buBlip>
              <a:defRPr sz="3200">
                <a:solidFill>
                  <a:schemeClr val="tx1"/>
                </a:solidFill>
                <a:latin typeface="+mn-lt"/>
                <a:ea typeface="ＭＳ Ｐゴシック" charset="0"/>
                <a:cs typeface="+mn-cs"/>
              </a:defRPr>
            </a:lvl1pPr>
            <a:lvl2pPr marL="742950" indent="-285750" algn="l" rtl="0" eaLnBrk="1" fontAlgn="base" hangingPunct="1">
              <a:spcBef>
                <a:spcPct val="20000"/>
              </a:spcBef>
              <a:spcAft>
                <a:spcPct val="0"/>
              </a:spcAft>
              <a:buSzPct val="65000"/>
              <a:buBlip>
                <a:blip r:embed="rId4"/>
              </a:buBlip>
              <a:defRPr sz="2800">
                <a:solidFill>
                  <a:srgbClr val="000050"/>
                </a:solidFill>
                <a:latin typeface="+mn-lt"/>
                <a:ea typeface="ＭＳ Ｐゴシック" charset="0"/>
              </a:defRPr>
            </a:lvl2pPr>
            <a:lvl3pPr marL="1143000" indent="-228600" algn="l" rtl="0" eaLnBrk="1" fontAlgn="base" hangingPunct="1">
              <a:spcBef>
                <a:spcPct val="20000"/>
              </a:spcBef>
              <a:spcAft>
                <a:spcPct val="0"/>
              </a:spcAft>
              <a:buSzPct val="65000"/>
              <a:buBlip>
                <a:blip r:embed="rId5"/>
              </a:buBlip>
              <a:defRPr sz="2400">
                <a:solidFill>
                  <a:schemeClr val="tx1"/>
                </a:solidFill>
                <a:latin typeface="+mn-lt"/>
                <a:ea typeface="ＭＳ Ｐゴシック" charset="0"/>
              </a:defRPr>
            </a:lvl3pPr>
            <a:lvl4pPr marL="1600200" indent="-228600" algn="l" rtl="0" eaLnBrk="1" fontAlgn="base" hangingPunct="1">
              <a:spcBef>
                <a:spcPct val="20000"/>
              </a:spcBef>
              <a:spcAft>
                <a:spcPct val="0"/>
              </a:spcAft>
              <a:buChar char="–"/>
              <a:defRPr sz="2000">
                <a:solidFill>
                  <a:schemeClr val="tx1"/>
                </a:solidFill>
                <a:latin typeface="+mn-lt"/>
                <a:ea typeface="ＭＳ Ｐゴシック" charset="0"/>
              </a:defRPr>
            </a:lvl4pPr>
            <a:lvl5pPr marL="2057400" indent="-228600" algn="l" rtl="0" eaLnBrk="1" fontAlgn="base" hangingPunct="1">
              <a:spcBef>
                <a:spcPct val="20000"/>
              </a:spcBef>
              <a:spcAft>
                <a:spcPct val="0"/>
              </a:spcAft>
              <a:buChar char="»"/>
              <a:defRPr sz="2000">
                <a:solidFill>
                  <a:schemeClr val="tx1"/>
                </a:solidFill>
                <a:latin typeface="+mn-lt"/>
                <a:ea typeface="ＭＳ Ｐゴシック"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marR="0" lvl="0" defTabSz="914400" latinLnBrk="0">
              <a:lnSpc>
                <a:spcPct val="100000"/>
              </a:lnSpc>
              <a:buClr>
                <a:srgbClr val="FF6600"/>
              </a:buClr>
              <a:tabLst>
                <a:tab pos="465671" algn="l"/>
              </a:tabLst>
              <a:defRPr/>
            </a:pPr>
            <a:r>
              <a:rPr lang="en-US" sz="2800" dirty="0">
                <a:cs typeface="Arial" charset="0"/>
              </a:rPr>
              <a:t>Several string matching (searching) algorithms are based on the idea of </a:t>
            </a:r>
            <a:r>
              <a:rPr lang="en-US" sz="2800" b="1" dirty="0">
                <a:solidFill>
                  <a:srgbClr val="7030A0"/>
                </a:solidFill>
                <a:cs typeface="Arial" charset="0"/>
              </a:rPr>
              <a:t>input enhancement </a:t>
            </a:r>
            <a:r>
              <a:rPr lang="en-US" sz="2800" dirty="0">
                <a:cs typeface="Arial" charset="0"/>
              </a:rPr>
              <a:t>for preprocessing an input </a:t>
            </a:r>
            <a:r>
              <a:rPr lang="en-US" sz="2800" b="1" dirty="0">
                <a:solidFill>
                  <a:srgbClr val="7030A0"/>
                </a:solidFill>
                <a:cs typeface="Arial" charset="0"/>
              </a:rPr>
              <a:t>pattern</a:t>
            </a:r>
            <a:r>
              <a:rPr lang="en-US" sz="2800" dirty="0">
                <a:cs typeface="Arial" charset="0"/>
              </a:rPr>
              <a:t> to get useful </a:t>
            </a:r>
            <a:r>
              <a:rPr lang="en-US" sz="2800" u="sng" dirty="0">
                <a:cs typeface="Arial" charset="0"/>
              </a:rPr>
              <a:t>additional information</a:t>
            </a:r>
            <a:r>
              <a:rPr lang="en-US" sz="2800" dirty="0">
                <a:cs typeface="Arial" charset="0"/>
              </a:rPr>
              <a:t> for matching (searching) speed up</a:t>
            </a:r>
          </a:p>
          <a:p>
            <a:pPr lvl="1">
              <a:buClr>
                <a:srgbClr val="FF6600"/>
              </a:buClr>
              <a:tabLst>
                <a:tab pos="465671" algn="l"/>
              </a:tabLst>
            </a:pPr>
            <a:r>
              <a:rPr lang="en-US" sz="2400" dirty="0">
                <a:cs typeface="Arial" charset="0"/>
              </a:rPr>
              <a:t>Knuth-Morris-Pratt (KMP) algorithm </a:t>
            </a:r>
            <a:r>
              <a:rPr lang="en-US" sz="2400" u="sng" dirty="0">
                <a:cs typeface="Arial" charset="0"/>
              </a:rPr>
              <a:t>preprocesses</a:t>
            </a:r>
            <a:r>
              <a:rPr lang="en-US" sz="2400" dirty="0">
                <a:cs typeface="Arial" charset="0"/>
              </a:rPr>
              <a:t> an input pattern left to right</a:t>
            </a:r>
          </a:p>
          <a:p>
            <a:pPr lvl="1">
              <a:buClr>
                <a:srgbClr val="FF6600"/>
              </a:buClr>
              <a:tabLst>
                <a:tab pos="465671" algn="l"/>
              </a:tabLst>
            </a:pPr>
            <a:endParaRPr lang="en-US" sz="800" dirty="0">
              <a:cs typeface="Arial" charset="0"/>
            </a:endParaRPr>
          </a:p>
          <a:p>
            <a:pPr lvl="1">
              <a:buClr>
                <a:srgbClr val="FF6600"/>
              </a:buClr>
              <a:tabLst>
                <a:tab pos="465671" algn="l"/>
              </a:tabLst>
            </a:pPr>
            <a:r>
              <a:rPr lang="en-US" sz="2400" dirty="0">
                <a:cs typeface="Arial" charset="0"/>
              </a:rPr>
              <a:t>Boyer-Moore algorithm </a:t>
            </a:r>
            <a:r>
              <a:rPr lang="en-US" sz="2400" u="sng" dirty="0">
                <a:cs typeface="Arial" charset="0"/>
              </a:rPr>
              <a:t>preprocesses</a:t>
            </a:r>
            <a:r>
              <a:rPr lang="en-US" sz="2400" dirty="0">
                <a:cs typeface="Arial" charset="0"/>
              </a:rPr>
              <a:t> an input pattern right to left and stores information into two tables</a:t>
            </a:r>
          </a:p>
          <a:p>
            <a:pPr lvl="1">
              <a:buClr>
                <a:srgbClr val="FF6600"/>
              </a:buClr>
              <a:tabLst>
                <a:tab pos="465671" algn="l"/>
              </a:tabLst>
            </a:pPr>
            <a:endParaRPr lang="en-US" sz="800" dirty="0">
              <a:cs typeface="Arial" charset="0"/>
            </a:endParaRPr>
          </a:p>
          <a:p>
            <a:pPr lvl="1">
              <a:buClr>
                <a:srgbClr val="FF6600"/>
              </a:buClr>
              <a:tabLst>
                <a:tab pos="465671" algn="l"/>
              </a:tabLst>
            </a:pPr>
            <a:r>
              <a:rPr lang="en-US" sz="2400" dirty="0" err="1">
                <a:cs typeface="Arial" charset="0"/>
              </a:rPr>
              <a:t>Horspool’s</a:t>
            </a:r>
            <a:r>
              <a:rPr lang="en-US" sz="2400" dirty="0">
                <a:cs typeface="Arial" charset="0"/>
              </a:rPr>
              <a:t> algorithm is a simplified version of Boyer-Moore algorithm, that uses one table only</a:t>
            </a:r>
          </a:p>
        </p:txBody>
      </p:sp>
      <p:sp>
        <p:nvSpPr>
          <p:cNvPr id="2" name="Text Box 4">
            <a:extLst>
              <a:ext uri="{FF2B5EF4-FFF2-40B4-BE49-F238E27FC236}">
                <a16:creationId xmlns:a16="http://schemas.microsoft.com/office/drawing/2014/main" id="{E794E289-AE06-ED71-4CB1-B4196E003B54}"/>
              </a:ext>
            </a:extLst>
          </p:cNvPr>
          <p:cNvSpPr txBox="1">
            <a:spLocks noChangeArrowheads="1"/>
          </p:cNvSpPr>
          <p:nvPr/>
        </p:nvSpPr>
        <p:spPr bwMode="auto">
          <a:xfrm>
            <a:off x="6195934" y="2819400"/>
            <a:ext cx="441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eaLnBrk="0" hangingPunct="0">
              <a:spcBef>
                <a:spcPct val="50000"/>
              </a:spcBef>
              <a:buClrTx/>
              <a:buSzTx/>
              <a:buNone/>
            </a:pPr>
            <a:r>
              <a:rPr kumimoji="0" lang="en-US" altLang="en-US" dirty="0">
                <a:solidFill>
                  <a:srgbClr val="7030A0"/>
                </a:solidFill>
                <a:ea typeface="+mn-ea"/>
              </a:rPr>
              <a:t>O(</a:t>
            </a:r>
            <a:r>
              <a:rPr kumimoji="0" lang="en-US" altLang="en-US" i="1" dirty="0" err="1">
                <a:solidFill>
                  <a:srgbClr val="7030A0"/>
                </a:solidFill>
                <a:ea typeface="+mn-ea"/>
                <a:cs typeface="Times New Roman" panose="02020603050405020304" pitchFamily="18" charset="0"/>
              </a:rPr>
              <a:t>m</a:t>
            </a:r>
            <a:r>
              <a:rPr kumimoji="0" lang="en-US" altLang="en-US" dirty="0" err="1">
                <a:solidFill>
                  <a:srgbClr val="7030A0"/>
                </a:solidFill>
                <a:ea typeface="+mn-ea"/>
              </a:rPr>
              <a:t>+</a:t>
            </a:r>
            <a:r>
              <a:rPr kumimoji="0" lang="en-US" altLang="en-US" i="1" dirty="0" err="1">
                <a:solidFill>
                  <a:srgbClr val="7030A0"/>
                </a:solidFill>
                <a:ea typeface="+mn-ea"/>
                <a:cs typeface="Times New Roman" panose="02020603050405020304" pitchFamily="18" charset="0"/>
              </a:rPr>
              <a:t>n</a:t>
            </a:r>
            <a:r>
              <a:rPr kumimoji="0" lang="en-US" altLang="en-US" dirty="0">
                <a:solidFill>
                  <a:srgbClr val="7030A0"/>
                </a:solidFill>
                <a:ea typeface="+mn-ea"/>
              </a:rPr>
              <a:t>) time in the worst case</a:t>
            </a:r>
          </a:p>
        </p:txBody>
      </p:sp>
      <p:sp>
        <p:nvSpPr>
          <p:cNvPr id="4" name="Text Box 5">
            <a:extLst>
              <a:ext uri="{FF2B5EF4-FFF2-40B4-BE49-F238E27FC236}">
                <a16:creationId xmlns:a16="http://schemas.microsoft.com/office/drawing/2014/main" id="{FB5951F9-0313-565C-002F-429EE0280FC5}"/>
              </a:ext>
            </a:extLst>
          </p:cNvPr>
          <p:cNvSpPr txBox="1">
            <a:spLocks noChangeArrowheads="1"/>
          </p:cNvSpPr>
          <p:nvPr/>
        </p:nvSpPr>
        <p:spPr bwMode="auto">
          <a:xfrm>
            <a:off x="6172200" y="3352800"/>
            <a:ext cx="441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eaLnBrk="0" hangingPunct="0">
              <a:spcBef>
                <a:spcPct val="50000"/>
              </a:spcBef>
              <a:buClrTx/>
              <a:buSzTx/>
              <a:buNone/>
            </a:pPr>
            <a:r>
              <a:rPr kumimoji="0" lang="en-US" altLang="en-US" dirty="0">
                <a:solidFill>
                  <a:srgbClr val="7030A0"/>
                </a:solidFill>
                <a:ea typeface="+mn-ea"/>
              </a:rPr>
              <a:t>O(</a:t>
            </a:r>
            <a:r>
              <a:rPr kumimoji="0" lang="en-US" altLang="en-US" i="1" dirty="0" err="1">
                <a:solidFill>
                  <a:srgbClr val="7030A0"/>
                </a:solidFill>
                <a:ea typeface="+mn-ea"/>
                <a:cs typeface="Times New Roman" panose="02020603050405020304" pitchFamily="18" charset="0"/>
              </a:rPr>
              <a:t>m</a:t>
            </a:r>
            <a:r>
              <a:rPr kumimoji="0" lang="en-US" altLang="en-US" dirty="0" err="1">
                <a:solidFill>
                  <a:srgbClr val="7030A0"/>
                </a:solidFill>
                <a:ea typeface="+mn-ea"/>
              </a:rPr>
              <a:t>+</a:t>
            </a:r>
            <a:r>
              <a:rPr kumimoji="0" lang="en-US" altLang="en-US" i="1" dirty="0" err="1">
                <a:solidFill>
                  <a:srgbClr val="7030A0"/>
                </a:solidFill>
                <a:ea typeface="+mn-ea"/>
                <a:cs typeface="Times New Roman" panose="02020603050405020304" pitchFamily="18" charset="0"/>
              </a:rPr>
              <a:t>n</a:t>
            </a:r>
            <a:r>
              <a:rPr kumimoji="0" lang="en-US" altLang="en-US" dirty="0">
                <a:solidFill>
                  <a:srgbClr val="7030A0"/>
                </a:solidFill>
                <a:ea typeface="+mn-ea"/>
              </a:rPr>
              <a:t>) time in the worst case</a:t>
            </a:r>
          </a:p>
        </p:txBody>
      </p:sp>
      <p:sp>
        <p:nvSpPr>
          <p:cNvPr id="5" name="TextBox 4">
            <a:extLst>
              <a:ext uri="{FF2B5EF4-FFF2-40B4-BE49-F238E27FC236}">
                <a16:creationId xmlns:a16="http://schemas.microsoft.com/office/drawing/2014/main" id="{A9BE3628-CACF-0AAA-22F1-BC53757C6653}"/>
              </a:ext>
            </a:extLst>
          </p:cNvPr>
          <p:cNvSpPr txBox="1"/>
          <p:nvPr/>
        </p:nvSpPr>
        <p:spPr>
          <a:xfrm>
            <a:off x="3454401" y="6033185"/>
            <a:ext cx="8305800" cy="369332"/>
          </a:xfrm>
          <a:prstGeom prst="rect">
            <a:avLst/>
          </a:prstGeom>
          <a:noFill/>
        </p:spPr>
        <p:txBody>
          <a:bodyPr wrap="square" rtlCol="0">
            <a:spAutoFit/>
          </a:bodyPr>
          <a:lstStyle/>
          <a:p>
            <a:r>
              <a:rPr lang="en-US" altLang="en-US" sz="1800" b="1" dirty="0">
                <a:solidFill>
                  <a:srgbClr val="7030A0"/>
                </a:solidFill>
                <a:cs typeface="Arial" charset="0"/>
              </a:rPr>
              <a:t>Remember that brute force string matching was in </a:t>
            </a:r>
            <a:r>
              <a:rPr lang="en-US" altLang="en-US" b="1" i="1" dirty="0">
                <a:solidFill>
                  <a:srgbClr val="7030A0"/>
                </a:solidFill>
                <a:latin typeface="Times New Roman" panose="02020603050405020304" pitchFamily="18" charset="0"/>
                <a:cs typeface="Times New Roman" panose="02020603050405020304" pitchFamily="18" charset="0"/>
              </a:rPr>
              <a:t>O</a:t>
            </a:r>
            <a:r>
              <a:rPr lang="en-US" altLang="en-US" sz="1800" b="1" i="1" dirty="0">
                <a:solidFill>
                  <a:srgbClr val="7030A0"/>
                </a:solidFill>
                <a:latin typeface="Times New Roman" panose="02020603050405020304" pitchFamily="18" charset="0"/>
                <a:cs typeface="Times New Roman" panose="02020603050405020304" pitchFamily="18" charset="0"/>
              </a:rPr>
              <a:t>(</a:t>
            </a:r>
            <a:r>
              <a:rPr lang="en-US" altLang="en-US" sz="1800" b="1" i="1" dirty="0" err="1">
                <a:solidFill>
                  <a:srgbClr val="7030A0"/>
                </a:solidFill>
                <a:latin typeface="Times New Roman" panose="02020603050405020304" pitchFamily="18" charset="0"/>
                <a:cs typeface="Times New Roman" panose="02020603050405020304" pitchFamily="18" charset="0"/>
              </a:rPr>
              <a:t>mn</a:t>
            </a:r>
            <a:r>
              <a:rPr lang="en-US" altLang="en-US" sz="1800" b="1" i="1" dirty="0">
                <a:solidFill>
                  <a:srgbClr val="7030A0"/>
                </a:solidFill>
                <a:latin typeface="Times New Roman" panose="02020603050405020304" pitchFamily="18" charset="0"/>
                <a:cs typeface="Times New Roman" panose="02020603050405020304" pitchFamily="18" charset="0"/>
              </a:rPr>
              <a:t>) </a:t>
            </a:r>
            <a:r>
              <a:rPr lang="en-US" altLang="en-US" sz="1800" b="1" dirty="0">
                <a:solidFill>
                  <a:srgbClr val="7030A0"/>
                </a:solidFill>
                <a:cs typeface="Arial" charset="0"/>
              </a:rPr>
              <a:t>in the worst case</a:t>
            </a:r>
            <a:endParaRPr lang="en-US" dirty="0"/>
          </a:p>
        </p:txBody>
      </p:sp>
    </p:spTree>
    <p:extLst>
      <p:ext uri="{BB962C8B-B14F-4D97-AF65-F5344CB8AC3E}">
        <p14:creationId xmlns:p14="http://schemas.microsoft.com/office/powerpoint/2010/main" val="1113855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title"/>
          </p:nvPr>
        </p:nvSpPr>
        <p:spPr>
          <a:xfrm>
            <a:off x="457200" y="338065"/>
            <a:ext cx="11065008" cy="500137"/>
          </a:xfrm>
          <a:prstGeom prst="rect">
            <a:avLst/>
          </a:prstGeom>
          <a:solidFill>
            <a:schemeClr val="bg1"/>
          </a:solidFill>
          <a:ln>
            <a:noFill/>
          </a:ln>
        </p:spPr>
        <p:txBody>
          <a:bodyPr vert="horz" wrap="square" lIns="0" tIns="0" rIns="0" bIns="0" numCol="1" rtlCol="0" anchor="ctr" anchorCtr="0" compatLnSpc="1">
            <a:prstTxWarp prst="textNoShape">
              <a:avLst/>
            </a:prstTxWarp>
            <a:spAutoFit/>
          </a:bodyPr>
          <a:lstStyle/>
          <a:p>
            <a:pPr marL="11527">
              <a:lnSpc>
                <a:spcPts val="3916"/>
              </a:lnSpc>
            </a:pPr>
            <a:r>
              <a:rPr lang="en-US" sz="3800" b="1" dirty="0" err="1">
                <a:solidFill>
                  <a:srgbClr val="FF0000"/>
                </a:solidFill>
              </a:rPr>
              <a:t>Horspool’s</a:t>
            </a:r>
            <a:r>
              <a:rPr lang="en-US" sz="3800" b="1" dirty="0">
                <a:solidFill>
                  <a:srgbClr val="FF0000"/>
                </a:solidFill>
              </a:rPr>
              <a:t> Algorithm </a:t>
            </a:r>
            <a:endParaRPr sz="3800" b="1" dirty="0">
              <a:solidFill>
                <a:srgbClr val="FF0000"/>
              </a:solidFill>
            </a:endParaRPr>
          </a:p>
        </p:txBody>
      </p:sp>
      <p:sp>
        <p:nvSpPr>
          <p:cNvPr id="3" name="Slide Number Placeholder 2"/>
          <p:cNvSpPr>
            <a:spLocks noGrp="1"/>
          </p:cNvSpPr>
          <p:nvPr>
            <p:ph type="sldNum" sz="quarter" idx="4294967295"/>
          </p:nvPr>
        </p:nvSpPr>
        <p:spPr>
          <a:xfrm>
            <a:off x="8737600" y="6356351"/>
            <a:ext cx="2844800" cy="365125"/>
          </a:xfrm>
          <a:prstGeom prst="rect">
            <a:avLst/>
          </a:prstGeom>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C65781BD-3F4D-4CA7-A858-CE94DEA3B426}" type="slidenum">
              <a:rPr kumimoji="0" lang="en-US" sz="1800" b="0" i="0" u="none" strike="noStrike" kern="1200" cap="none" spc="0" normalizeH="0" baseline="0" noProof="0" smtClean="0">
                <a:ln>
                  <a:noFill/>
                </a:ln>
                <a:solidFill>
                  <a:srgbClr val="000000"/>
                </a:solidFill>
                <a:effectLst/>
                <a:uLnTx/>
                <a:uFillTx/>
                <a:latin typeface="Arial" charset="0"/>
                <a:ea typeface="ＭＳ Ｐゴシック"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5</a:t>
            </a:fld>
            <a:endParaRPr kumimoji="0" lang="en-US" sz="1800" b="0" i="0" u="none" strike="noStrike" kern="1200" cap="none" spc="0" normalizeH="0" baseline="0" noProof="0" dirty="0">
              <a:ln>
                <a:noFill/>
              </a:ln>
              <a:solidFill>
                <a:srgbClr val="000000"/>
              </a:solidFill>
              <a:effectLst/>
              <a:uLnTx/>
              <a:uFillTx/>
              <a:latin typeface="Arial" charset="0"/>
              <a:ea typeface="ＭＳ Ｐゴシック" pitchFamily="34" charset="-128"/>
              <a:cs typeface="+mn-cs"/>
            </a:endParaRPr>
          </a:p>
        </p:txBody>
      </p:sp>
      <p:sp>
        <p:nvSpPr>
          <p:cNvPr id="9" name="object 7">
            <a:extLst>
              <a:ext uri="{FF2B5EF4-FFF2-40B4-BE49-F238E27FC236}">
                <a16:creationId xmlns:a16="http://schemas.microsoft.com/office/drawing/2014/main" id="{ACB0B48A-560D-4839-8006-6097D80F76DB}"/>
              </a:ext>
            </a:extLst>
          </p:cNvPr>
          <p:cNvSpPr txBox="1">
            <a:spLocks/>
          </p:cNvSpPr>
          <p:nvPr/>
        </p:nvSpPr>
        <p:spPr bwMode="auto">
          <a:xfrm>
            <a:off x="457200" y="1228384"/>
            <a:ext cx="11430000" cy="54291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lvl1pPr marL="342900" indent="-342900" algn="l" rtl="0" eaLnBrk="1" fontAlgn="base" hangingPunct="1">
              <a:spcBef>
                <a:spcPct val="20000"/>
              </a:spcBef>
              <a:spcAft>
                <a:spcPct val="0"/>
              </a:spcAft>
              <a:buSzPct val="75000"/>
              <a:buBlip>
                <a:blip r:embed="rId3"/>
              </a:buBlip>
              <a:defRPr sz="3200">
                <a:solidFill>
                  <a:schemeClr val="tx1"/>
                </a:solidFill>
                <a:latin typeface="+mn-lt"/>
                <a:ea typeface="ＭＳ Ｐゴシック" charset="0"/>
                <a:cs typeface="+mn-cs"/>
              </a:defRPr>
            </a:lvl1pPr>
            <a:lvl2pPr marL="742950" indent="-285750" algn="l" rtl="0" eaLnBrk="1" fontAlgn="base" hangingPunct="1">
              <a:spcBef>
                <a:spcPct val="20000"/>
              </a:spcBef>
              <a:spcAft>
                <a:spcPct val="0"/>
              </a:spcAft>
              <a:buSzPct val="65000"/>
              <a:buBlip>
                <a:blip r:embed="rId4"/>
              </a:buBlip>
              <a:defRPr sz="2800">
                <a:solidFill>
                  <a:srgbClr val="000050"/>
                </a:solidFill>
                <a:latin typeface="+mn-lt"/>
                <a:ea typeface="ＭＳ Ｐゴシック" charset="0"/>
              </a:defRPr>
            </a:lvl2pPr>
            <a:lvl3pPr marL="1143000" indent="-228600" algn="l" rtl="0" eaLnBrk="1" fontAlgn="base" hangingPunct="1">
              <a:spcBef>
                <a:spcPct val="20000"/>
              </a:spcBef>
              <a:spcAft>
                <a:spcPct val="0"/>
              </a:spcAft>
              <a:buSzPct val="65000"/>
              <a:buBlip>
                <a:blip r:embed="rId5"/>
              </a:buBlip>
              <a:defRPr sz="2400">
                <a:solidFill>
                  <a:schemeClr val="tx1"/>
                </a:solidFill>
                <a:latin typeface="+mn-lt"/>
                <a:ea typeface="ＭＳ Ｐゴシック" charset="0"/>
              </a:defRPr>
            </a:lvl3pPr>
            <a:lvl4pPr marL="1600200" indent="-228600" algn="l" rtl="0" eaLnBrk="1" fontAlgn="base" hangingPunct="1">
              <a:spcBef>
                <a:spcPct val="20000"/>
              </a:spcBef>
              <a:spcAft>
                <a:spcPct val="0"/>
              </a:spcAft>
              <a:buChar char="–"/>
              <a:defRPr sz="2000">
                <a:solidFill>
                  <a:schemeClr val="tx1"/>
                </a:solidFill>
                <a:latin typeface="+mn-lt"/>
                <a:ea typeface="ＭＳ Ｐゴシック" charset="0"/>
              </a:defRPr>
            </a:lvl4pPr>
            <a:lvl5pPr marL="2057400" indent="-228600" algn="l" rtl="0" eaLnBrk="1" fontAlgn="base" hangingPunct="1">
              <a:spcBef>
                <a:spcPct val="20000"/>
              </a:spcBef>
              <a:spcAft>
                <a:spcPct val="0"/>
              </a:spcAft>
              <a:buChar char="»"/>
              <a:defRPr sz="2000">
                <a:solidFill>
                  <a:schemeClr val="tx1"/>
                </a:solidFill>
                <a:latin typeface="+mn-lt"/>
                <a:ea typeface="ＭＳ Ｐゴシック"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marL="342900" marR="0" lvl="0" indent="-342900" algn="l" defTabSz="914400" rtl="0" eaLnBrk="1" fontAlgn="base" latinLnBrk="0" hangingPunct="1">
              <a:lnSpc>
                <a:spcPct val="100000"/>
              </a:lnSpc>
              <a:spcBef>
                <a:spcPct val="20000"/>
              </a:spcBef>
              <a:spcAft>
                <a:spcPct val="0"/>
              </a:spcAft>
              <a:buClr>
                <a:srgbClr val="FF6600"/>
              </a:buClr>
              <a:buSzPct val="75000"/>
              <a:buFontTx/>
              <a:buBlip>
                <a:blip r:embed="rId3"/>
              </a:buBlip>
              <a:tabLst>
                <a:tab pos="465671" algn="l"/>
              </a:tabLst>
              <a:defRPr/>
            </a:pPr>
            <a:r>
              <a:rPr kumimoji="0" lang="en-US" sz="2800" b="0" i="0" u="none" strike="noStrike" kern="1200" cap="none" spc="0" normalizeH="0" baseline="0" noProof="0" dirty="0">
                <a:ln>
                  <a:noFill/>
                </a:ln>
                <a:solidFill>
                  <a:srgbClr val="000000"/>
                </a:solidFill>
                <a:effectLst/>
                <a:uLnTx/>
                <a:uFillTx/>
                <a:latin typeface="Arial"/>
                <a:ea typeface="ＭＳ Ｐゴシック" charset="0"/>
                <a:cs typeface="Arial" charset="0"/>
              </a:rPr>
              <a:t>Align the pattern at </a:t>
            </a:r>
            <a:r>
              <a:rPr kumimoji="0" lang="en-US" sz="2800" b="0" i="0" u="sng" strike="noStrike" kern="1200" cap="none" spc="0" normalizeH="0" baseline="0" noProof="0" dirty="0">
                <a:ln>
                  <a:noFill/>
                </a:ln>
                <a:solidFill>
                  <a:srgbClr val="000000"/>
                </a:solidFill>
                <a:effectLst/>
                <a:uLnTx/>
                <a:uFillTx/>
                <a:latin typeface="Arial"/>
                <a:ea typeface="ＭＳ Ｐゴシック" charset="0"/>
                <a:cs typeface="Arial" charset="0"/>
              </a:rPr>
              <a:t>beginning</a:t>
            </a:r>
            <a:r>
              <a:rPr kumimoji="0" lang="en-US" sz="2800" b="0" i="0" u="none" strike="noStrike" kern="1200" cap="none" spc="0" normalizeH="0" baseline="0" noProof="0" dirty="0">
                <a:ln>
                  <a:noFill/>
                </a:ln>
                <a:solidFill>
                  <a:srgbClr val="000000"/>
                </a:solidFill>
                <a:effectLst/>
                <a:uLnTx/>
                <a:uFillTx/>
                <a:latin typeface="Arial"/>
                <a:ea typeface="ＭＳ Ｐゴシック" charset="0"/>
                <a:cs typeface="Arial" charset="0"/>
              </a:rPr>
              <a:t> of the text and </a:t>
            </a:r>
          </a:p>
          <a:p>
            <a:pPr lvl="1">
              <a:buClr>
                <a:srgbClr val="FF6600"/>
              </a:buClr>
              <a:tabLst>
                <a:tab pos="465671" algn="l"/>
              </a:tabLst>
              <a:defRPr/>
            </a:pPr>
            <a:r>
              <a:rPr lang="en-US" sz="2400" b="1" dirty="0">
                <a:solidFill>
                  <a:srgbClr val="7030A0"/>
                </a:solidFill>
                <a:cs typeface="Arial" charset="0"/>
              </a:rPr>
              <a:t>starting with the </a:t>
            </a:r>
            <a:r>
              <a:rPr lang="en-US" sz="2400" b="1" u="sng" dirty="0">
                <a:solidFill>
                  <a:srgbClr val="7030A0"/>
                </a:solidFill>
                <a:cs typeface="Arial" charset="0"/>
              </a:rPr>
              <a:t>rightmost</a:t>
            </a:r>
            <a:r>
              <a:rPr lang="en-US" sz="2400" b="1" dirty="0">
                <a:solidFill>
                  <a:srgbClr val="7030A0"/>
                </a:solidFill>
                <a:cs typeface="Arial" charset="0"/>
              </a:rPr>
              <a:t> character of the pattern and moving right to left</a:t>
            </a:r>
            <a:r>
              <a:rPr lang="en-US" sz="2400" dirty="0">
                <a:cs typeface="Arial" charset="0"/>
              </a:rPr>
              <a:t>, we compare the corresponding pairs of characters in the pattern and text</a:t>
            </a:r>
          </a:p>
          <a:p>
            <a:pPr marL="342900" marR="0" lvl="0" indent="-342900" algn="l" defTabSz="914400" rtl="0" eaLnBrk="1" fontAlgn="base" latinLnBrk="0" hangingPunct="1">
              <a:lnSpc>
                <a:spcPct val="100000"/>
              </a:lnSpc>
              <a:spcBef>
                <a:spcPct val="20000"/>
              </a:spcBef>
              <a:spcAft>
                <a:spcPct val="0"/>
              </a:spcAft>
              <a:buClr>
                <a:srgbClr val="FF6600"/>
              </a:buClr>
              <a:buSzPct val="75000"/>
              <a:buFontTx/>
              <a:buBlip>
                <a:blip r:embed="rId3"/>
              </a:buBlip>
              <a:tabLst>
                <a:tab pos="465671" algn="l"/>
              </a:tabLst>
              <a:defRPr/>
            </a:pPr>
            <a:endParaRPr kumimoji="0" lang="en-US" sz="800" b="0" i="0" u="none" strike="noStrike" kern="1200" cap="none" spc="0" normalizeH="0" baseline="0" noProof="0" dirty="0">
              <a:ln>
                <a:noFill/>
              </a:ln>
              <a:solidFill>
                <a:srgbClr val="000000"/>
              </a:solidFill>
              <a:effectLst/>
              <a:uLnTx/>
              <a:uFillTx/>
              <a:latin typeface="Arial"/>
              <a:ea typeface="ＭＳ Ｐゴシック" charset="0"/>
              <a:cs typeface="Arial" charset="0"/>
            </a:endParaRPr>
          </a:p>
          <a:p>
            <a:pPr lvl="1">
              <a:buClr>
                <a:srgbClr val="FF6600"/>
              </a:buClr>
              <a:tabLst>
                <a:tab pos="465671" algn="l"/>
              </a:tabLst>
              <a:defRPr/>
            </a:pPr>
            <a:endParaRPr lang="en-US" sz="2400" dirty="0">
              <a:cs typeface="Arial" charset="0"/>
            </a:endParaRPr>
          </a:p>
          <a:p>
            <a:pPr lvl="1">
              <a:buClr>
                <a:srgbClr val="FF6600"/>
              </a:buClr>
              <a:tabLst>
                <a:tab pos="465671" algn="l"/>
              </a:tabLst>
              <a:defRPr/>
            </a:pPr>
            <a:endParaRPr lang="en-US" sz="2400" dirty="0">
              <a:cs typeface="Arial" charset="0"/>
            </a:endParaRPr>
          </a:p>
          <a:p>
            <a:pPr lvl="1">
              <a:buClr>
                <a:srgbClr val="FF6600"/>
              </a:buClr>
              <a:tabLst>
                <a:tab pos="465671" algn="l"/>
              </a:tabLst>
              <a:defRPr/>
            </a:pPr>
            <a:endParaRPr lang="en-US" sz="2400" dirty="0">
              <a:cs typeface="Arial" charset="0"/>
            </a:endParaRPr>
          </a:p>
          <a:p>
            <a:pPr lvl="1">
              <a:buClr>
                <a:srgbClr val="FF6600"/>
              </a:buClr>
              <a:tabLst>
                <a:tab pos="465671" algn="l"/>
              </a:tabLst>
              <a:defRPr/>
            </a:pPr>
            <a:endParaRPr lang="en-US" sz="2400" dirty="0">
              <a:cs typeface="Arial" charset="0"/>
            </a:endParaRPr>
          </a:p>
          <a:p>
            <a:pPr lvl="1">
              <a:buClr>
                <a:srgbClr val="FF6600"/>
              </a:buClr>
              <a:tabLst>
                <a:tab pos="465671" algn="l"/>
              </a:tabLst>
              <a:defRPr/>
            </a:pPr>
            <a:endParaRPr kumimoji="0" lang="en-US" sz="2400" b="0" i="0" u="none" strike="noStrike" kern="1200" cap="none" spc="0" normalizeH="0" baseline="0" noProof="0" dirty="0">
              <a:ln>
                <a:noFill/>
              </a:ln>
              <a:solidFill>
                <a:srgbClr val="000000"/>
              </a:solidFill>
              <a:effectLst/>
              <a:uLnTx/>
              <a:uFillTx/>
              <a:latin typeface="Arial"/>
              <a:ea typeface="ＭＳ Ｐゴシック" charset="0"/>
              <a:cs typeface="Arial" charset="0"/>
            </a:endParaRPr>
          </a:p>
          <a:p>
            <a:pPr>
              <a:buClr>
                <a:srgbClr val="FF6600"/>
              </a:buClr>
              <a:tabLst>
                <a:tab pos="465671" algn="l"/>
              </a:tabLst>
              <a:defRPr/>
            </a:pPr>
            <a:r>
              <a:rPr lang="en-US" sz="2800" dirty="0">
                <a:solidFill>
                  <a:srgbClr val="000000"/>
                </a:solidFill>
                <a:latin typeface="Arial"/>
                <a:cs typeface="Arial" charset="0"/>
              </a:rPr>
              <a:t>If a </a:t>
            </a:r>
            <a:r>
              <a:rPr lang="en-US" sz="2800" u="sng" dirty="0">
                <a:solidFill>
                  <a:srgbClr val="000000"/>
                </a:solidFill>
                <a:latin typeface="Arial"/>
                <a:cs typeface="Arial" charset="0"/>
              </a:rPr>
              <a:t>mismatch</a:t>
            </a:r>
            <a:r>
              <a:rPr lang="en-US" sz="2800" dirty="0">
                <a:solidFill>
                  <a:srgbClr val="000000"/>
                </a:solidFill>
                <a:latin typeface="Arial"/>
                <a:cs typeface="Arial" charset="0"/>
              </a:rPr>
              <a:t> occurs, we determine how to shift the pattern to the right by checking </a:t>
            </a:r>
            <a:r>
              <a:rPr lang="en-US" sz="2800" b="1" dirty="0">
                <a:solidFill>
                  <a:srgbClr val="7030A0"/>
                </a:solidFill>
                <a:latin typeface="Arial"/>
                <a:cs typeface="Arial" charset="0"/>
              </a:rPr>
              <a:t>the </a:t>
            </a:r>
            <a:r>
              <a:rPr lang="en-US" sz="2800" b="1" u="sng" dirty="0">
                <a:solidFill>
                  <a:srgbClr val="7030A0"/>
                </a:solidFill>
                <a:latin typeface="Arial"/>
                <a:cs typeface="Arial" charset="0"/>
              </a:rPr>
              <a:t>text character</a:t>
            </a:r>
            <a:r>
              <a:rPr lang="en-US" sz="2800" b="1" dirty="0">
                <a:solidFill>
                  <a:srgbClr val="7030A0"/>
                </a:solidFill>
                <a:latin typeface="Arial"/>
                <a:cs typeface="Arial" charset="0"/>
              </a:rPr>
              <a:t> corresponding to the </a:t>
            </a:r>
            <a:r>
              <a:rPr lang="en-US" sz="2800" b="1" u="sng" dirty="0">
                <a:solidFill>
                  <a:srgbClr val="7030A0"/>
                </a:solidFill>
                <a:latin typeface="Arial"/>
                <a:cs typeface="Arial" charset="0"/>
              </a:rPr>
              <a:t>rightmost pattern character</a:t>
            </a:r>
          </a:p>
          <a:p>
            <a:pPr lvl="1">
              <a:buClr>
                <a:srgbClr val="FF6600"/>
              </a:buClr>
              <a:tabLst>
                <a:tab pos="465671" algn="l"/>
              </a:tabLst>
              <a:defRPr/>
            </a:pPr>
            <a:endParaRPr lang="en-US" sz="2400" dirty="0">
              <a:cs typeface="Arial" charset="0"/>
            </a:endParaRPr>
          </a:p>
        </p:txBody>
      </p:sp>
      <p:pic>
        <p:nvPicPr>
          <p:cNvPr id="10" name="Picture 9">
            <a:extLst>
              <a:ext uri="{FF2B5EF4-FFF2-40B4-BE49-F238E27FC236}">
                <a16:creationId xmlns:a16="http://schemas.microsoft.com/office/drawing/2014/main" id="{56DB9795-0720-68FB-C39A-8D7F022A4FD2}"/>
              </a:ext>
            </a:extLst>
          </p:cNvPr>
          <p:cNvPicPr>
            <a:picLocks noChangeAspect="1"/>
          </p:cNvPicPr>
          <p:nvPr/>
        </p:nvPicPr>
        <p:blipFill>
          <a:blip r:embed="rId6"/>
          <a:stretch>
            <a:fillRect/>
          </a:stretch>
        </p:blipFill>
        <p:spPr>
          <a:xfrm>
            <a:off x="1177946" y="3085678"/>
            <a:ext cx="9836107" cy="940845"/>
          </a:xfrm>
          <a:prstGeom prst="rect">
            <a:avLst/>
          </a:prstGeom>
        </p:spPr>
      </p:pic>
      <p:cxnSp>
        <p:nvCxnSpPr>
          <p:cNvPr id="12" name="Straight Arrow Connector 11">
            <a:extLst>
              <a:ext uri="{FF2B5EF4-FFF2-40B4-BE49-F238E27FC236}">
                <a16:creationId xmlns:a16="http://schemas.microsoft.com/office/drawing/2014/main" id="{D18A426D-9631-FF3F-771F-2E4D68B2B3BA}"/>
              </a:ext>
            </a:extLst>
          </p:cNvPr>
          <p:cNvCxnSpPr/>
          <p:nvPr/>
        </p:nvCxnSpPr>
        <p:spPr>
          <a:xfrm flipH="1">
            <a:off x="1295400" y="4114800"/>
            <a:ext cx="1981200" cy="0"/>
          </a:xfrm>
          <a:prstGeom prst="straightConnector1">
            <a:avLst/>
          </a:prstGeom>
          <a:ln w="38100">
            <a:solidFill>
              <a:srgbClr val="7030A0"/>
            </a:solidFill>
            <a:prstDash val="dash"/>
            <a:tailEnd type="stealth"/>
          </a:ln>
        </p:spPr>
        <p:style>
          <a:lnRef idx="1">
            <a:schemeClr val="accent1"/>
          </a:lnRef>
          <a:fillRef idx="0">
            <a:schemeClr val="accent1"/>
          </a:fillRef>
          <a:effectRef idx="0">
            <a:schemeClr val="accent1"/>
          </a:effectRef>
          <a:fontRef idx="minor">
            <a:schemeClr val="tx1"/>
          </a:fontRef>
        </p:style>
      </p:cxnSp>
      <p:sp>
        <p:nvSpPr>
          <p:cNvPr id="13" name="Oval 12">
            <a:extLst>
              <a:ext uri="{FF2B5EF4-FFF2-40B4-BE49-F238E27FC236}">
                <a16:creationId xmlns:a16="http://schemas.microsoft.com/office/drawing/2014/main" id="{39A256C6-207D-5CF0-308E-3C41B03F55F3}"/>
              </a:ext>
            </a:extLst>
          </p:cNvPr>
          <p:cNvSpPr/>
          <p:nvPr/>
        </p:nvSpPr>
        <p:spPr>
          <a:xfrm>
            <a:off x="3048000" y="3200400"/>
            <a:ext cx="381000" cy="419522"/>
          </a:xfrm>
          <a:prstGeom prst="ellipse">
            <a:avLst/>
          </a:prstGeom>
          <a:solidFill>
            <a:srgbClr val="FFFF00">
              <a:alpha val="4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264387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title"/>
          </p:nvPr>
        </p:nvSpPr>
        <p:spPr>
          <a:xfrm>
            <a:off x="457200" y="338065"/>
            <a:ext cx="11065008" cy="500137"/>
          </a:xfrm>
          <a:prstGeom prst="rect">
            <a:avLst/>
          </a:prstGeom>
          <a:solidFill>
            <a:schemeClr val="bg1"/>
          </a:solidFill>
          <a:ln>
            <a:noFill/>
          </a:ln>
        </p:spPr>
        <p:txBody>
          <a:bodyPr vert="horz" wrap="square" lIns="0" tIns="0" rIns="0" bIns="0" numCol="1" rtlCol="0" anchor="ctr" anchorCtr="0" compatLnSpc="1">
            <a:prstTxWarp prst="textNoShape">
              <a:avLst/>
            </a:prstTxWarp>
            <a:spAutoFit/>
          </a:bodyPr>
          <a:lstStyle/>
          <a:p>
            <a:pPr marL="11527">
              <a:lnSpc>
                <a:spcPts val="3916"/>
              </a:lnSpc>
            </a:pPr>
            <a:r>
              <a:rPr lang="en-US" sz="3800" b="1" dirty="0" err="1">
                <a:solidFill>
                  <a:srgbClr val="0070C0"/>
                </a:solidFill>
              </a:rPr>
              <a:t>Horspool’s</a:t>
            </a:r>
            <a:r>
              <a:rPr lang="en-US" sz="3800" b="1" dirty="0">
                <a:solidFill>
                  <a:srgbClr val="0070C0"/>
                </a:solidFill>
              </a:rPr>
              <a:t> Algorithm, Contd.</a:t>
            </a:r>
            <a:r>
              <a:rPr lang="en-US" sz="3800" b="1" dirty="0">
                <a:solidFill>
                  <a:srgbClr val="FF0000"/>
                </a:solidFill>
              </a:rPr>
              <a:t> </a:t>
            </a:r>
            <a:endParaRPr sz="3800" b="1" dirty="0">
              <a:solidFill>
                <a:srgbClr val="FF0000"/>
              </a:solidFill>
            </a:endParaRPr>
          </a:p>
        </p:txBody>
      </p:sp>
      <p:sp>
        <p:nvSpPr>
          <p:cNvPr id="3" name="Slide Number Placeholder 2"/>
          <p:cNvSpPr>
            <a:spLocks noGrp="1"/>
          </p:cNvSpPr>
          <p:nvPr>
            <p:ph type="sldNum" sz="quarter" idx="4294967295"/>
          </p:nvPr>
        </p:nvSpPr>
        <p:spPr>
          <a:xfrm>
            <a:off x="8737600" y="6356351"/>
            <a:ext cx="2844800" cy="365125"/>
          </a:xfrm>
          <a:prstGeom prst="rect">
            <a:avLst/>
          </a:prstGeom>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C65781BD-3F4D-4CA7-A858-CE94DEA3B426}" type="slidenum">
              <a:rPr kumimoji="0" lang="en-US" sz="1800" b="0" i="0" u="none" strike="noStrike" kern="1200" cap="none" spc="0" normalizeH="0" baseline="0" noProof="0" smtClean="0">
                <a:ln>
                  <a:noFill/>
                </a:ln>
                <a:solidFill>
                  <a:srgbClr val="000000"/>
                </a:solidFill>
                <a:effectLst/>
                <a:uLnTx/>
                <a:uFillTx/>
                <a:latin typeface="Arial" charset="0"/>
                <a:ea typeface="ＭＳ Ｐゴシック"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6</a:t>
            </a:fld>
            <a:endParaRPr kumimoji="0" lang="en-US" sz="1800" b="0" i="0" u="none" strike="noStrike" kern="1200" cap="none" spc="0" normalizeH="0" baseline="0" noProof="0" dirty="0">
              <a:ln>
                <a:noFill/>
              </a:ln>
              <a:solidFill>
                <a:srgbClr val="000000"/>
              </a:solidFill>
              <a:effectLst/>
              <a:uLnTx/>
              <a:uFillTx/>
              <a:latin typeface="Arial" charset="0"/>
              <a:ea typeface="ＭＳ Ｐゴシック" pitchFamily="34" charset="-128"/>
              <a:cs typeface="+mn-cs"/>
            </a:endParaRPr>
          </a:p>
        </p:txBody>
      </p:sp>
      <p:sp>
        <p:nvSpPr>
          <p:cNvPr id="9" name="object 7">
            <a:extLst>
              <a:ext uri="{FF2B5EF4-FFF2-40B4-BE49-F238E27FC236}">
                <a16:creationId xmlns:a16="http://schemas.microsoft.com/office/drawing/2014/main" id="{ACB0B48A-560D-4839-8006-6097D80F76DB}"/>
              </a:ext>
            </a:extLst>
          </p:cNvPr>
          <p:cNvSpPr txBox="1">
            <a:spLocks/>
          </p:cNvSpPr>
          <p:nvPr/>
        </p:nvSpPr>
        <p:spPr bwMode="auto">
          <a:xfrm>
            <a:off x="457200" y="1228384"/>
            <a:ext cx="11430000" cy="3767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lvl1pPr marL="342900" indent="-342900" algn="l" rtl="0" eaLnBrk="1" fontAlgn="base" hangingPunct="1">
              <a:spcBef>
                <a:spcPct val="20000"/>
              </a:spcBef>
              <a:spcAft>
                <a:spcPct val="0"/>
              </a:spcAft>
              <a:buSzPct val="75000"/>
              <a:buBlip>
                <a:blip r:embed="rId3"/>
              </a:buBlip>
              <a:defRPr sz="3200">
                <a:solidFill>
                  <a:schemeClr val="tx1"/>
                </a:solidFill>
                <a:latin typeface="+mn-lt"/>
                <a:ea typeface="ＭＳ Ｐゴシック" charset="0"/>
                <a:cs typeface="+mn-cs"/>
              </a:defRPr>
            </a:lvl1pPr>
            <a:lvl2pPr marL="742950" indent="-285750" algn="l" rtl="0" eaLnBrk="1" fontAlgn="base" hangingPunct="1">
              <a:spcBef>
                <a:spcPct val="20000"/>
              </a:spcBef>
              <a:spcAft>
                <a:spcPct val="0"/>
              </a:spcAft>
              <a:buSzPct val="65000"/>
              <a:buBlip>
                <a:blip r:embed="rId4"/>
              </a:buBlip>
              <a:defRPr sz="2800">
                <a:solidFill>
                  <a:srgbClr val="000050"/>
                </a:solidFill>
                <a:latin typeface="+mn-lt"/>
                <a:ea typeface="ＭＳ Ｐゴシック" charset="0"/>
              </a:defRPr>
            </a:lvl2pPr>
            <a:lvl3pPr marL="1143000" indent="-228600" algn="l" rtl="0" eaLnBrk="1" fontAlgn="base" hangingPunct="1">
              <a:spcBef>
                <a:spcPct val="20000"/>
              </a:spcBef>
              <a:spcAft>
                <a:spcPct val="0"/>
              </a:spcAft>
              <a:buSzPct val="65000"/>
              <a:buBlip>
                <a:blip r:embed="rId5"/>
              </a:buBlip>
              <a:defRPr sz="2400">
                <a:solidFill>
                  <a:schemeClr val="tx1"/>
                </a:solidFill>
                <a:latin typeface="+mn-lt"/>
                <a:ea typeface="ＭＳ Ｐゴシック" charset="0"/>
              </a:defRPr>
            </a:lvl3pPr>
            <a:lvl4pPr marL="1600200" indent="-228600" algn="l" rtl="0" eaLnBrk="1" fontAlgn="base" hangingPunct="1">
              <a:spcBef>
                <a:spcPct val="20000"/>
              </a:spcBef>
              <a:spcAft>
                <a:spcPct val="0"/>
              </a:spcAft>
              <a:buChar char="–"/>
              <a:defRPr sz="2000">
                <a:solidFill>
                  <a:schemeClr val="tx1"/>
                </a:solidFill>
                <a:latin typeface="+mn-lt"/>
                <a:ea typeface="ＭＳ Ｐゴシック" charset="0"/>
              </a:defRPr>
            </a:lvl4pPr>
            <a:lvl5pPr marL="2057400" indent="-228600" algn="l" rtl="0" eaLnBrk="1" fontAlgn="base" hangingPunct="1">
              <a:spcBef>
                <a:spcPct val="20000"/>
              </a:spcBef>
              <a:spcAft>
                <a:spcPct val="0"/>
              </a:spcAft>
              <a:buChar char="»"/>
              <a:defRPr sz="2000">
                <a:solidFill>
                  <a:schemeClr val="tx1"/>
                </a:solidFill>
                <a:latin typeface="+mn-lt"/>
                <a:ea typeface="ＭＳ Ｐゴシック"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lvl="1">
              <a:buClr>
                <a:srgbClr val="FF6600"/>
              </a:buClr>
              <a:tabLst>
                <a:tab pos="465671" algn="l"/>
              </a:tabLst>
              <a:defRPr/>
            </a:pPr>
            <a:r>
              <a:rPr lang="en-US" sz="2400" b="1" dirty="0">
                <a:cs typeface="Arial" charset="0"/>
              </a:rPr>
              <a:t>Case 1</a:t>
            </a:r>
            <a:r>
              <a:rPr lang="en-US" sz="2400" dirty="0">
                <a:cs typeface="Arial" charset="0"/>
              </a:rPr>
              <a:t>: If the checked character </a:t>
            </a:r>
            <a:r>
              <a:rPr lang="en-US" sz="2400" u="sng" dirty="0">
                <a:cs typeface="Arial" charset="0"/>
              </a:rPr>
              <a:t>does not match any pattern character</a:t>
            </a:r>
            <a:r>
              <a:rPr lang="en-US" sz="2400" dirty="0">
                <a:cs typeface="Arial" charset="0"/>
              </a:rPr>
              <a:t>, shift the pattern by its entire length</a:t>
            </a:r>
          </a:p>
          <a:p>
            <a:pPr lvl="1">
              <a:buClr>
                <a:srgbClr val="FF6600"/>
              </a:buClr>
              <a:tabLst>
                <a:tab pos="465671" algn="l"/>
              </a:tabLst>
              <a:defRPr/>
            </a:pPr>
            <a:endParaRPr lang="en-US" sz="2400" dirty="0">
              <a:cs typeface="Arial" charset="0"/>
            </a:endParaRPr>
          </a:p>
          <a:p>
            <a:pPr lvl="1">
              <a:buClr>
                <a:srgbClr val="FF6600"/>
              </a:buClr>
              <a:tabLst>
                <a:tab pos="465671" algn="l"/>
              </a:tabLst>
              <a:defRPr/>
            </a:pPr>
            <a:endParaRPr lang="en-US" sz="2400" dirty="0">
              <a:cs typeface="Arial" charset="0"/>
            </a:endParaRPr>
          </a:p>
          <a:p>
            <a:pPr lvl="1">
              <a:buClr>
                <a:srgbClr val="FF6600"/>
              </a:buClr>
              <a:tabLst>
                <a:tab pos="465671" algn="l"/>
              </a:tabLst>
              <a:defRPr/>
            </a:pPr>
            <a:endParaRPr lang="en-US" sz="2400" dirty="0">
              <a:cs typeface="Arial" charset="0"/>
            </a:endParaRPr>
          </a:p>
          <a:p>
            <a:pPr lvl="1">
              <a:buClr>
                <a:srgbClr val="FF6600"/>
              </a:buClr>
              <a:tabLst>
                <a:tab pos="465671" algn="l"/>
              </a:tabLst>
              <a:defRPr/>
            </a:pPr>
            <a:r>
              <a:rPr lang="en-US" sz="2400" b="1" dirty="0">
                <a:cs typeface="Arial" charset="0"/>
              </a:rPr>
              <a:t>Case 2:</a:t>
            </a:r>
            <a:r>
              <a:rPr lang="en-US" sz="2400" dirty="0">
                <a:cs typeface="Arial" charset="0"/>
              </a:rPr>
              <a:t> If the checked character </a:t>
            </a:r>
            <a:r>
              <a:rPr lang="en-US" sz="2400" u="sng" dirty="0">
                <a:cs typeface="Arial" charset="0"/>
              </a:rPr>
              <a:t>matches the rightmost pattern character, but not any other pattern character</a:t>
            </a:r>
            <a:r>
              <a:rPr lang="en-US" sz="2400" dirty="0">
                <a:cs typeface="Arial" charset="0"/>
              </a:rPr>
              <a:t>, shift the pattern by its entire length</a:t>
            </a:r>
          </a:p>
          <a:p>
            <a:pPr lvl="1">
              <a:buClr>
                <a:srgbClr val="FF6600"/>
              </a:buClr>
              <a:tabLst>
                <a:tab pos="465671" algn="l"/>
              </a:tabLst>
              <a:defRPr/>
            </a:pPr>
            <a:endParaRPr lang="en-US" sz="2400" dirty="0">
              <a:cs typeface="Arial" charset="0"/>
            </a:endParaRPr>
          </a:p>
          <a:p>
            <a:pPr lvl="1">
              <a:buClr>
                <a:srgbClr val="FF6600"/>
              </a:buClr>
              <a:tabLst>
                <a:tab pos="465671" algn="l"/>
              </a:tabLst>
              <a:defRPr/>
            </a:pPr>
            <a:endParaRPr lang="en-US" sz="2400" dirty="0">
              <a:cs typeface="Arial" charset="0"/>
            </a:endParaRPr>
          </a:p>
        </p:txBody>
      </p:sp>
      <p:pic>
        <p:nvPicPr>
          <p:cNvPr id="2" name="Picture 1">
            <a:extLst>
              <a:ext uri="{FF2B5EF4-FFF2-40B4-BE49-F238E27FC236}">
                <a16:creationId xmlns:a16="http://schemas.microsoft.com/office/drawing/2014/main" id="{C608CE5A-C73B-1C1B-0051-8BCC4F440E9C}"/>
              </a:ext>
            </a:extLst>
          </p:cNvPr>
          <p:cNvPicPr>
            <a:picLocks noChangeAspect="1"/>
          </p:cNvPicPr>
          <p:nvPr/>
        </p:nvPicPr>
        <p:blipFill>
          <a:blip r:embed="rId6"/>
          <a:stretch>
            <a:fillRect/>
          </a:stretch>
        </p:blipFill>
        <p:spPr>
          <a:xfrm>
            <a:off x="4114800" y="1981200"/>
            <a:ext cx="6422875" cy="1219200"/>
          </a:xfrm>
          <a:prstGeom prst="rect">
            <a:avLst/>
          </a:prstGeom>
        </p:spPr>
      </p:pic>
      <p:pic>
        <p:nvPicPr>
          <p:cNvPr id="5" name="Picture 4">
            <a:extLst>
              <a:ext uri="{FF2B5EF4-FFF2-40B4-BE49-F238E27FC236}">
                <a16:creationId xmlns:a16="http://schemas.microsoft.com/office/drawing/2014/main" id="{D035AEA6-32D7-302F-48A2-3A2C44B28F10}"/>
              </a:ext>
            </a:extLst>
          </p:cNvPr>
          <p:cNvPicPr>
            <a:picLocks noChangeAspect="1"/>
          </p:cNvPicPr>
          <p:nvPr/>
        </p:nvPicPr>
        <p:blipFill>
          <a:blip r:embed="rId7"/>
          <a:stretch>
            <a:fillRect/>
          </a:stretch>
        </p:blipFill>
        <p:spPr>
          <a:xfrm>
            <a:off x="4267200" y="4385969"/>
            <a:ext cx="6444132" cy="1219200"/>
          </a:xfrm>
          <a:prstGeom prst="rect">
            <a:avLst/>
          </a:prstGeom>
        </p:spPr>
      </p:pic>
      <p:sp>
        <p:nvSpPr>
          <p:cNvPr id="7" name="TextBox 6">
            <a:extLst>
              <a:ext uri="{FF2B5EF4-FFF2-40B4-BE49-F238E27FC236}">
                <a16:creationId xmlns:a16="http://schemas.microsoft.com/office/drawing/2014/main" id="{410A95DB-6A5F-7C4F-5CEC-86975BFB36B0}"/>
              </a:ext>
            </a:extLst>
          </p:cNvPr>
          <p:cNvSpPr txBox="1"/>
          <p:nvPr/>
        </p:nvSpPr>
        <p:spPr>
          <a:xfrm>
            <a:off x="76200" y="5156022"/>
            <a:ext cx="5181600" cy="1200329"/>
          </a:xfrm>
          <a:prstGeom prst="rect">
            <a:avLst/>
          </a:prstGeom>
          <a:noFill/>
        </p:spPr>
        <p:txBody>
          <a:bodyPr wrap="square" rtlCol="0">
            <a:spAutoFit/>
          </a:bodyPr>
          <a:lstStyle/>
          <a:p>
            <a:r>
              <a:rPr lang="en-US" altLang="en-US" sz="1800" b="1" dirty="0">
                <a:solidFill>
                  <a:srgbClr val="7030A0"/>
                </a:solidFill>
                <a:cs typeface="Arial" charset="0"/>
              </a:rPr>
              <a:t>Case1,2: We can shift the pattern by its entire length </a:t>
            </a:r>
            <a:r>
              <a:rPr lang="en-US" altLang="en-US" sz="1800" b="1" i="1" dirty="0">
                <a:solidFill>
                  <a:srgbClr val="7030A0"/>
                </a:solidFill>
                <a:latin typeface="Times New Roman" panose="02020603050405020304" pitchFamily="18" charset="0"/>
                <a:ea typeface="Tahoma" panose="020B0604030504040204" pitchFamily="34" charset="0"/>
                <a:cs typeface="Times New Roman" panose="02020603050405020304" pitchFamily="18" charset="0"/>
              </a:rPr>
              <a:t>m</a:t>
            </a:r>
            <a:r>
              <a:rPr lang="en-US" altLang="en-US" sz="1800" b="1" dirty="0">
                <a:solidFill>
                  <a:srgbClr val="7030A0"/>
                </a:solidFill>
                <a:cs typeface="Arial" charset="0"/>
              </a:rPr>
              <a:t> as long as the checked character is not among the first </a:t>
            </a:r>
            <a:r>
              <a:rPr lang="en-US" altLang="en-US" sz="1800" b="1" i="1" dirty="0">
                <a:solidFill>
                  <a:srgbClr val="7030A0"/>
                </a:solidFill>
                <a:latin typeface="Times New Roman" panose="02020603050405020304" pitchFamily="18" charset="0"/>
                <a:ea typeface="Tahoma" panose="020B0604030504040204" pitchFamily="34" charset="0"/>
                <a:cs typeface="Times New Roman" panose="02020603050405020304" pitchFamily="18" charset="0"/>
              </a:rPr>
              <a:t>m</a:t>
            </a:r>
            <a:r>
              <a:rPr lang="en-US" altLang="en-US" sz="1800" b="1" dirty="0">
                <a:solidFill>
                  <a:srgbClr val="7030A0"/>
                </a:solidFill>
                <a:cs typeface="Arial" charset="0"/>
              </a:rPr>
              <a:t>-1 characters of the pattern</a:t>
            </a:r>
            <a:endParaRPr lang="en-US" dirty="0"/>
          </a:p>
        </p:txBody>
      </p:sp>
    </p:spTree>
    <p:extLst>
      <p:ext uri="{BB962C8B-B14F-4D97-AF65-F5344CB8AC3E}">
        <p14:creationId xmlns:p14="http://schemas.microsoft.com/office/powerpoint/2010/main" val="32432850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title"/>
          </p:nvPr>
        </p:nvSpPr>
        <p:spPr>
          <a:xfrm>
            <a:off x="457200" y="338065"/>
            <a:ext cx="11065008" cy="500137"/>
          </a:xfrm>
          <a:prstGeom prst="rect">
            <a:avLst/>
          </a:prstGeom>
          <a:solidFill>
            <a:schemeClr val="bg1"/>
          </a:solidFill>
          <a:ln>
            <a:noFill/>
          </a:ln>
        </p:spPr>
        <p:txBody>
          <a:bodyPr vert="horz" wrap="square" lIns="0" tIns="0" rIns="0" bIns="0" numCol="1" rtlCol="0" anchor="ctr" anchorCtr="0" compatLnSpc="1">
            <a:prstTxWarp prst="textNoShape">
              <a:avLst/>
            </a:prstTxWarp>
            <a:spAutoFit/>
          </a:bodyPr>
          <a:lstStyle/>
          <a:p>
            <a:pPr marL="11527">
              <a:lnSpc>
                <a:spcPts val="3916"/>
              </a:lnSpc>
            </a:pPr>
            <a:r>
              <a:rPr lang="en-US" sz="3800" b="1" dirty="0" err="1">
                <a:solidFill>
                  <a:srgbClr val="0070C0"/>
                </a:solidFill>
              </a:rPr>
              <a:t>Horspool’s</a:t>
            </a:r>
            <a:r>
              <a:rPr lang="en-US" sz="3800" b="1" dirty="0">
                <a:solidFill>
                  <a:srgbClr val="0070C0"/>
                </a:solidFill>
              </a:rPr>
              <a:t> Algorithm, Contd.</a:t>
            </a:r>
            <a:r>
              <a:rPr lang="en-US" sz="3800" b="1" dirty="0">
                <a:solidFill>
                  <a:srgbClr val="FF0000"/>
                </a:solidFill>
              </a:rPr>
              <a:t> </a:t>
            </a:r>
            <a:endParaRPr sz="3800" b="1" dirty="0">
              <a:solidFill>
                <a:srgbClr val="FF0000"/>
              </a:solidFill>
            </a:endParaRPr>
          </a:p>
        </p:txBody>
      </p:sp>
      <p:sp>
        <p:nvSpPr>
          <p:cNvPr id="3" name="Slide Number Placeholder 2"/>
          <p:cNvSpPr>
            <a:spLocks noGrp="1"/>
          </p:cNvSpPr>
          <p:nvPr>
            <p:ph type="sldNum" sz="quarter" idx="4294967295"/>
          </p:nvPr>
        </p:nvSpPr>
        <p:spPr>
          <a:xfrm>
            <a:off x="8737600" y="6356351"/>
            <a:ext cx="2844800" cy="365125"/>
          </a:xfrm>
          <a:prstGeom prst="rect">
            <a:avLst/>
          </a:prstGeom>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C65781BD-3F4D-4CA7-A858-CE94DEA3B426}" type="slidenum">
              <a:rPr kumimoji="0" lang="en-US" sz="1800" b="0" i="0" u="none" strike="noStrike" kern="1200" cap="none" spc="0" normalizeH="0" baseline="0" noProof="0" smtClean="0">
                <a:ln>
                  <a:noFill/>
                </a:ln>
                <a:solidFill>
                  <a:srgbClr val="000000"/>
                </a:solidFill>
                <a:effectLst/>
                <a:uLnTx/>
                <a:uFillTx/>
                <a:latin typeface="Arial" charset="0"/>
                <a:ea typeface="ＭＳ Ｐゴシック"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7</a:t>
            </a:fld>
            <a:endParaRPr kumimoji="0" lang="en-US" sz="1800" b="0" i="0" u="none" strike="noStrike" kern="1200" cap="none" spc="0" normalizeH="0" baseline="0" noProof="0" dirty="0">
              <a:ln>
                <a:noFill/>
              </a:ln>
              <a:solidFill>
                <a:srgbClr val="000000"/>
              </a:solidFill>
              <a:effectLst/>
              <a:uLnTx/>
              <a:uFillTx/>
              <a:latin typeface="Arial" charset="0"/>
              <a:ea typeface="ＭＳ Ｐゴシック" pitchFamily="34" charset="-128"/>
              <a:cs typeface="+mn-cs"/>
            </a:endParaRPr>
          </a:p>
        </p:txBody>
      </p:sp>
      <p:sp>
        <p:nvSpPr>
          <p:cNvPr id="9" name="object 7">
            <a:extLst>
              <a:ext uri="{FF2B5EF4-FFF2-40B4-BE49-F238E27FC236}">
                <a16:creationId xmlns:a16="http://schemas.microsoft.com/office/drawing/2014/main" id="{ACB0B48A-560D-4839-8006-6097D80F76DB}"/>
              </a:ext>
            </a:extLst>
          </p:cNvPr>
          <p:cNvSpPr txBox="1">
            <a:spLocks/>
          </p:cNvSpPr>
          <p:nvPr/>
        </p:nvSpPr>
        <p:spPr bwMode="auto">
          <a:xfrm>
            <a:off x="457200" y="1228384"/>
            <a:ext cx="11430000" cy="60570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lvl1pPr marL="342900" indent="-342900" algn="l" rtl="0" eaLnBrk="1" fontAlgn="base" hangingPunct="1">
              <a:spcBef>
                <a:spcPct val="20000"/>
              </a:spcBef>
              <a:spcAft>
                <a:spcPct val="0"/>
              </a:spcAft>
              <a:buSzPct val="75000"/>
              <a:buBlip>
                <a:blip r:embed="rId3"/>
              </a:buBlip>
              <a:defRPr sz="3200">
                <a:solidFill>
                  <a:schemeClr val="tx1"/>
                </a:solidFill>
                <a:latin typeface="+mn-lt"/>
                <a:ea typeface="ＭＳ Ｐゴシック" charset="0"/>
                <a:cs typeface="+mn-cs"/>
              </a:defRPr>
            </a:lvl1pPr>
            <a:lvl2pPr marL="742950" indent="-285750" algn="l" rtl="0" eaLnBrk="1" fontAlgn="base" hangingPunct="1">
              <a:spcBef>
                <a:spcPct val="20000"/>
              </a:spcBef>
              <a:spcAft>
                <a:spcPct val="0"/>
              </a:spcAft>
              <a:buSzPct val="65000"/>
              <a:buBlip>
                <a:blip r:embed="rId4"/>
              </a:buBlip>
              <a:defRPr sz="2800">
                <a:solidFill>
                  <a:srgbClr val="000050"/>
                </a:solidFill>
                <a:latin typeface="+mn-lt"/>
                <a:ea typeface="ＭＳ Ｐゴシック" charset="0"/>
              </a:defRPr>
            </a:lvl2pPr>
            <a:lvl3pPr marL="1143000" indent="-228600" algn="l" rtl="0" eaLnBrk="1" fontAlgn="base" hangingPunct="1">
              <a:spcBef>
                <a:spcPct val="20000"/>
              </a:spcBef>
              <a:spcAft>
                <a:spcPct val="0"/>
              </a:spcAft>
              <a:buSzPct val="65000"/>
              <a:buBlip>
                <a:blip r:embed="rId5"/>
              </a:buBlip>
              <a:defRPr sz="2400">
                <a:solidFill>
                  <a:schemeClr val="tx1"/>
                </a:solidFill>
                <a:latin typeface="+mn-lt"/>
                <a:ea typeface="ＭＳ Ｐゴシック" charset="0"/>
              </a:defRPr>
            </a:lvl3pPr>
            <a:lvl4pPr marL="1600200" indent="-228600" algn="l" rtl="0" eaLnBrk="1" fontAlgn="base" hangingPunct="1">
              <a:spcBef>
                <a:spcPct val="20000"/>
              </a:spcBef>
              <a:spcAft>
                <a:spcPct val="0"/>
              </a:spcAft>
              <a:buChar char="–"/>
              <a:defRPr sz="2000">
                <a:solidFill>
                  <a:schemeClr val="tx1"/>
                </a:solidFill>
                <a:latin typeface="+mn-lt"/>
                <a:ea typeface="ＭＳ Ｐゴシック" charset="0"/>
              </a:defRPr>
            </a:lvl4pPr>
            <a:lvl5pPr marL="2057400" indent="-228600" algn="l" rtl="0" eaLnBrk="1" fontAlgn="base" hangingPunct="1">
              <a:spcBef>
                <a:spcPct val="20000"/>
              </a:spcBef>
              <a:spcAft>
                <a:spcPct val="0"/>
              </a:spcAft>
              <a:buChar char="»"/>
              <a:defRPr sz="2000">
                <a:solidFill>
                  <a:schemeClr val="tx1"/>
                </a:solidFill>
                <a:latin typeface="+mn-lt"/>
                <a:ea typeface="ＭＳ Ｐゴシック"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lvl="1">
              <a:buClr>
                <a:srgbClr val="FF6600"/>
              </a:buClr>
              <a:tabLst>
                <a:tab pos="465671" algn="l"/>
              </a:tabLst>
              <a:defRPr/>
            </a:pPr>
            <a:r>
              <a:rPr lang="en-US" sz="2400" b="1" dirty="0">
                <a:cs typeface="Arial" charset="0"/>
              </a:rPr>
              <a:t>Case 3:</a:t>
            </a:r>
            <a:r>
              <a:rPr lang="en-US" sz="2400" dirty="0">
                <a:cs typeface="Arial" charset="0"/>
              </a:rPr>
              <a:t> If the checked character </a:t>
            </a:r>
            <a:r>
              <a:rPr lang="en-US" sz="2400" u="sng" dirty="0">
                <a:cs typeface="Arial" charset="0"/>
              </a:rPr>
              <a:t>occurs in the pattern but not in the rightmost position</a:t>
            </a:r>
            <a:r>
              <a:rPr lang="en-US" sz="2400" dirty="0">
                <a:cs typeface="Arial" charset="0"/>
              </a:rPr>
              <a:t>, shift the pattern to align the rightmost occurrence with the checked character </a:t>
            </a:r>
          </a:p>
          <a:p>
            <a:pPr lvl="1">
              <a:buClr>
                <a:srgbClr val="FF6600"/>
              </a:buClr>
              <a:tabLst>
                <a:tab pos="465671" algn="l"/>
              </a:tabLst>
              <a:defRPr/>
            </a:pPr>
            <a:endParaRPr lang="en-US" sz="2400" dirty="0">
              <a:cs typeface="Arial" charset="0"/>
            </a:endParaRPr>
          </a:p>
          <a:p>
            <a:pPr lvl="1">
              <a:buClr>
                <a:srgbClr val="FF6600"/>
              </a:buClr>
              <a:tabLst>
                <a:tab pos="465671" algn="l"/>
              </a:tabLst>
              <a:defRPr/>
            </a:pPr>
            <a:endParaRPr lang="en-US" sz="2400" dirty="0">
              <a:cs typeface="Arial" charset="0"/>
            </a:endParaRPr>
          </a:p>
          <a:p>
            <a:pPr marL="457200" lvl="1" indent="0">
              <a:buClr>
                <a:srgbClr val="FF6600"/>
              </a:buClr>
              <a:buNone/>
              <a:tabLst>
                <a:tab pos="465671" algn="l"/>
              </a:tabLst>
              <a:defRPr/>
            </a:pPr>
            <a:endParaRPr lang="en-US" sz="1200" dirty="0">
              <a:cs typeface="Arial" charset="0"/>
            </a:endParaRPr>
          </a:p>
          <a:p>
            <a:pPr lvl="1">
              <a:buClr>
                <a:srgbClr val="FF6600"/>
              </a:buClr>
              <a:tabLst>
                <a:tab pos="465671" algn="l"/>
              </a:tabLst>
              <a:defRPr/>
            </a:pPr>
            <a:r>
              <a:rPr lang="en-US" sz="2400" b="1" dirty="0">
                <a:cs typeface="Arial" charset="0"/>
              </a:rPr>
              <a:t>Case 4:</a:t>
            </a:r>
            <a:r>
              <a:rPr lang="en-US" sz="2400" dirty="0">
                <a:cs typeface="Arial" charset="0"/>
              </a:rPr>
              <a:t> If the checked character </a:t>
            </a:r>
            <a:r>
              <a:rPr lang="en-US" sz="2400" u="sng" dirty="0">
                <a:cs typeface="Arial" charset="0"/>
              </a:rPr>
              <a:t>matches the rightmost pattern character and some other pattern characters</a:t>
            </a:r>
            <a:r>
              <a:rPr lang="en-US" sz="2400" dirty="0">
                <a:cs typeface="Arial" charset="0"/>
              </a:rPr>
              <a:t>, shift the pattern to align the next rightmost occurrence in the pattern with the checked character</a:t>
            </a:r>
          </a:p>
          <a:p>
            <a:pPr lvl="1">
              <a:buClr>
                <a:srgbClr val="FF6600"/>
              </a:buClr>
              <a:tabLst>
                <a:tab pos="465671" algn="l"/>
              </a:tabLst>
              <a:defRPr/>
            </a:pPr>
            <a:endParaRPr lang="en-US" sz="2400" dirty="0">
              <a:cs typeface="Arial" charset="0"/>
            </a:endParaRPr>
          </a:p>
          <a:p>
            <a:pPr lvl="1">
              <a:buClr>
                <a:srgbClr val="FF6600"/>
              </a:buClr>
              <a:tabLst>
                <a:tab pos="465671" algn="l"/>
              </a:tabLst>
              <a:defRPr/>
            </a:pPr>
            <a:endParaRPr lang="en-US" sz="2400" dirty="0">
              <a:cs typeface="Arial" charset="0"/>
            </a:endParaRPr>
          </a:p>
          <a:p>
            <a:pPr lvl="1">
              <a:buClr>
                <a:srgbClr val="FF6600"/>
              </a:buClr>
              <a:tabLst>
                <a:tab pos="465671" algn="l"/>
              </a:tabLst>
              <a:defRPr/>
            </a:pPr>
            <a:endParaRPr lang="en-US" sz="2400" dirty="0">
              <a:cs typeface="Arial" charset="0"/>
            </a:endParaRPr>
          </a:p>
          <a:p>
            <a:pPr lvl="1">
              <a:buClr>
                <a:srgbClr val="FF6600"/>
              </a:buClr>
              <a:tabLst>
                <a:tab pos="465671" algn="l"/>
              </a:tabLst>
              <a:defRPr/>
            </a:pPr>
            <a:endParaRPr lang="en-US" sz="2400" dirty="0">
              <a:cs typeface="Arial" charset="0"/>
            </a:endParaRPr>
          </a:p>
          <a:p>
            <a:pPr lvl="1">
              <a:buClr>
                <a:srgbClr val="FF6600"/>
              </a:buClr>
              <a:tabLst>
                <a:tab pos="465671" algn="l"/>
              </a:tabLst>
              <a:defRPr/>
            </a:pPr>
            <a:endParaRPr lang="en-US" sz="2400" dirty="0">
              <a:cs typeface="Arial" charset="0"/>
            </a:endParaRPr>
          </a:p>
          <a:p>
            <a:pPr lvl="1">
              <a:buClr>
                <a:srgbClr val="FF6600"/>
              </a:buClr>
              <a:tabLst>
                <a:tab pos="465671" algn="l"/>
              </a:tabLst>
              <a:defRPr/>
            </a:pPr>
            <a:endParaRPr lang="en-US" sz="2400" dirty="0">
              <a:cs typeface="Arial" charset="0"/>
            </a:endParaRPr>
          </a:p>
        </p:txBody>
      </p:sp>
      <p:pic>
        <p:nvPicPr>
          <p:cNvPr id="2" name="Picture 1">
            <a:extLst>
              <a:ext uri="{FF2B5EF4-FFF2-40B4-BE49-F238E27FC236}">
                <a16:creationId xmlns:a16="http://schemas.microsoft.com/office/drawing/2014/main" id="{9C77577F-497C-CAE6-64CF-56A82756231C}"/>
              </a:ext>
            </a:extLst>
          </p:cNvPr>
          <p:cNvPicPr>
            <a:picLocks noChangeAspect="1"/>
          </p:cNvPicPr>
          <p:nvPr/>
        </p:nvPicPr>
        <p:blipFill>
          <a:blip r:embed="rId6"/>
          <a:stretch>
            <a:fillRect/>
          </a:stretch>
        </p:blipFill>
        <p:spPr>
          <a:xfrm>
            <a:off x="5688802" y="2037620"/>
            <a:ext cx="5814668" cy="1353905"/>
          </a:xfrm>
          <a:prstGeom prst="rect">
            <a:avLst/>
          </a:prstGeom>
        </p:spPr>
      </p:pic>
      <p:pic>
        <p:nvPicPr>
          <p:cNvPr id="7" name="Picture 6">
            <a:extLst>
              <a:ext uri="{FF2B5EF4-FFF2-40B4-BE49-F238E27FC236}">
                <a16:creationId xmlns:a16="http://schemas.microsoft.com/office/drawing/2014/main" id="{D1C2B38A-ED9B-2D21-90C7-2B2597E7D003}"/>
              </a:ext>
            </a:extLst>
          </p:cNvPr>
          <p:cNvPicPr>
            <a:picLocks noChangeAspect="1"/>
          </p:cNvPicPr>
          <p:nvPr/>
        </p:nvPicPr>
        <p:blipFill>
          <a:blip r:embed="rId7"/>
          <a:stretch>
            <a:fillRect/>
          </a:stretch>
        </p:blipFill>
        <p:spPr>
          <a:xfrm>
            <a:off x="5830266" y="4765840"/>
            <a:ext cx="5814668" cy="1200329"/>
          </a:xfrm>
          <a:prstGeom prst="rect">
            <a:avLst/>
          </a:prstGeom>
        </p:spPr>
      </p:pic>
      <p:sp>
        <p:nvSpPr>
          <p:cNvPr id="8" name="TextBox 7">
            <a:extLst>
              <a:ext uri="{FF2B5EF4-FFF2-40B4-BE49-F238E27FC236}">
                <a16:creationId xmlns:a16="http://schemas.microsoft.com/office/drawing/2014/main" id="{4482596E-6D0D-BF4E-5BE4-FF13B3A06871}"/>
              </a:ext>
            </a:extLst>
          </p:cNvPr>
          <p:cNvSpPr txBox="1"/>
          <p:nvPr/>
        </p:nvSpPr>
        <p:spPr>
          <a:xfrm>
            <a:off x="152400" y="4866013"/>
            <a:ext cx="5321169" cy="1477328"/>
          </a:xfrm>
          <a:prstGeom prst="rect">
            <a:avLst/>
          </a:prstGeom>
          <a:noFill/>
        </p:spPr>
        <p:txBody>
          <a:bodyPr wrap="square" rtlCol="0">
            <a:spAutoFit/>
          </a:bodyPr>
          <a:lstStyle/>
          <a:p>
            <a:r>
              <a:rPr lang="en-US" altLang="en-US" sz="1800" b="1" dirty="0">
                <a:solidFill>
                  <a:srgbClr val="7030A0"/>
                </a:solidFill>
                <a:cs typeface="Arial" charset="0"/>
              </a:rPr>
              <a:t>Case 3,4: Otherwise, we can shift the pattern by the distance from the rightmost occurrence of the checked character among the first </a:t>
            </a:r>
            <a:r>
              <a:rPr lang="en-US" altLang="en-US" sz="1800" b="1" i="1" dirty="0">
                <a:solidFill>
                  <a:srgbClr val="7030A0"/>
                </a:solidFill>
                <a:latin typeface="Times New Roman" panose="02020603050405020304" pitchFamily="18" charset="0"/>
                <a:ea typeface="Tahoma" panose="020B0604030504040204" pitchFamily="34" charset="0"/>
                <a:cs typeface="Times New Roman" panose="02020603050405020304" pitchFamily="18" charset="0"/>
              </a:rPr>
              <a:t>m</a:t>
            </a:r>
            <a:r>
              <a:rPr lang="en-US" altLang="en-US" sz="1800" b="1" dirty="0">
                <a:solidFill>
                  <a:srgbClr val="7030A0"/>
                </a:solidFill>
                <a:cs typeface="Arial" charset="0"/>
              </a:rPr>
              <a:t>-1 characters of the pattern and </a:t>
            </a:r>
            <a:r>
              <a:rPr lang="en-US" altLang="en-US" b="1" dirty="0">
                <a:solidFill>
                  <a:srgbClr val="7030A0"/>
                </a:solidFill>
                <a:cs typeface="Arial" charset="0"/>
              </a:rPr>
              <a:t>the</a:t>
            </a:r>
            <a:r>
              <a:rPr lang="en-US" altLang="en-US" sz="1800" b="1" dirty="0">
                <a:solidFill>
                  <a:srgbClr val="7030A0"/>
                </a:solidFill>
                <a:cs typeface="Arial" charset="0"/>
              </a:rPr>
              <a:t> rightmost pattern character</a:t>
            </a:r>
            <a:endParaRPr lang="en-US" dirty="0"/>
          </a:p>
        </p:txBody>
      </p:sp>
    </p:spTree>
    <p:extLst>
      <p:ext uri="{BB962C8B-B14F-4D97-AF65-F5344CB8AC3E}">
        <p14:creationId xmlns:p14="http://schemas.microsoft.com/office/powerpoint/2010/main" val="9392183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title"/>
          </p:nvPr>
        </p:nvSpPr>
        <p:spPr>
          <a:xfrm>
            <a:off x="457200" y="338065"/>
            <a:ext cx="11065008" cy="500137"/>
          </a:xfrm>
          <a:prstGeom prst="rect">
            <a:avLst/>
          </a:prstGeom>
          <a:solidFill>
            <a:schemeClr val="bg1"/>
          </a:solidFill>
          <a:ln>
            <a:noFill/>
          </a:ln>
        </p:spPr>
        <p:txBody>
          <a:bodyPr vert="horz" wrap="square" lIns="0" tIns="0" rIns="0" bIns="0" numCol="1" rtlCol="0" anchor="ctr" anchorCtr="0" compatLnSpc="1">
            <a:prstTxWarp prst="textNoShape">
              <a:avLst/>
            </a:prstTxWarp>
            <a:spAutoFit/>
          </a:bodyPr>
          <a:lstStyle/>
          <a:p>
            <a:pPr marL="11527">
              <a:lnSpc>
                <a:spcPts val="3916"/>
              </a:lnSpc>
            </a:pPr>
            <a:r>
              <a:rPr lang="en-US" sz="3800" b="1" dirty="0" err="1">
                <a:solidFill>
                  <a:srgbClr val="0070C0"/>
                </a:solidFill>
              </a:rPr>
              <a:t>Horspool’s</a:t>
            </a:r>
            <a:r>
              <a:rPr lang="en-US" sz="3800" b="1" dirty="0">
                <a:solidFill>
                  <a:srgbClr val="0070C0"/>
                </a:solidFill>
              </a:rPr>
              <a:t> Algorithm, Contd.</a:t>
            </a:r>
            <a:r>
              <a:rPr lang="en-US" sz="3800" b="1" dirty="0">
                <a:solidFill>
                  <a:srgbClr val="FF0000"/>
                </a:solidFill>
              </a:rPr>
              <a:t> </a:t>
            </a:r>
            <a:endParaRPr sz="3800" b="1" dirty="0">
              <a:solidFill>
                <a:srgbClr val="FF0000"/>
              </a:solidFill>
            </a:endParaRPr>
          </a:p>
        </p:txBody>
      </p:sp>
      <p:sp>
        <p:nvSpPr>
          <p:cNvPr id="3" name="Slide Number Placeholder 2"/>
          <p:cNvSpPr>
            <a:spLocks noGrp="1"/>
          </p:cNvSpPr>
          <p:nvPr>
            <p:ph type="sldNum" sz="quarter" idx="4294967295"/>
          </p:nvPr>
        </p:nvSpPr>
        <p:spPr>
          <a:xfrm>
            <a:off x="8737600" y="6356351"/>
            <a:ext cx="2844800" cy="365125"/>
          </a:xfrm>
          <a:prstGeom prst="rect">
            <a:avLst/>
          </a:prstGeom>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C65781BD-3F4D-4CA7-A858-CE94DEA3B426}" type="slidenum">
              <a:rPr kumimoji="0" lang="en-US" sz="1800" b="0" i="0" u="none" strike="noStrike" kern="1200" cap="none" spc="0" normalizeH="0" baseline="0" noProof="0" smtClean="0">
                <a:ln>
                  <a:noFill/>
                </a:ln>
                <a:solidFill>
                  <a:srgbClr val="000000"/>
                </a:solidFill>
                <a:effectLst/>
                <a:uLnTx/>
                <a:uFillTx/>
                <a:latin typeface="Arial" charset="0"/>
                <a:ea typeface="ＭＳ Ｐゴシック"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8</a:t>
            </a:fld>
            <a:endParaRPr kumimoji="0" lang="en-US" sz="1800" b="0" i="0" u="none" strike="noStrike" kern="1200" cap="none" spc="0" normalizeH="0" baseline="0" noProof="0" dirty="0">
              <a:ln>
                <a:noFill/>
              </a:ln>
              <a:solidFill>
                <a:srgbClr val="000000"/>
              </a:solidFill>
              <a:effectLst/>
              <a:uLnTx/>
              <a:uFillTx/>
              <a:latin typeface="Arial" charset="0"/>
              <a:ea typeface="ＭＳ Ｐゴシック" pitchFamily="34" charset="-128"/>
              <a:cs typeface="+mn-cs"/>
            </a:endParaRPr>
          </a:p>
        </p:txBody>
      </p:sp>
      <p:sp>
        <p:nvSpPr>
          <p:cNvPr id="9" name="object 7">
            <a:extLst>
              <a:ext uri="{FF2B5EF4-FFF2-40B4-BE49-F238E27FC236}">
                <a16:creationId xmlns:a16="http://schemas.microsoft.com/office/drawing/2014/main" id="{ACB0B48A-560D-4839-8006-6097D80F76DB}"/>
              </a:ext>
            </a:extLst>
          </p:cNvPr>
          <p:cNvSpPr txBox="1">
            <a:spLocks/>
          </p:cNvSpPr>
          <p:nvPr/>
        </p:nvSpPr>
        <p:spPr bwMode="auto">
          <a:xfrm>
            <a:off x="457200" y="1228384"/>
            <a:ext cx="11430000" cy="30654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lvl1pPr marL="342900" indent="-342900" algn="l" rtl="0" eaLnBrk="1" fontAlgn="base" hangingPunct="1">
              <a:spcBef>
                <a:spcPct val="20000"/>
              </a:spcBef>
              <a:spcAft>
                <a:spcPct val="0"/>
              </a:spcAft>
              <a:buSzPct val="75000"/>
              <a:buBlip>
                <a:blip r:embed="rId3"/>
              </a:buBlip>
              <a:defRPr sz="3200">
                <a:solidFill>
                  <a:schemeClr val="tx1"/>
                </a:solidFill>
                <a:latin typeface="+mn-lt"/>
                <a:ea typeface="ＭＳ Ｐゴシック" charset="0"/>
                <a:cs typeface="+mn-cs"/>
              </a:defRPr>
            </a:lvl1pPr>
            <a:lvl2pPr marL="742950" indent="-285750" algn="l" rtl="0" eaLnBrk="1" fontAlgn="base" hangingPunct="1">
              <a:spcBef>
                <a:spcPct val="20000"/>
              </a:spcBef>
              <a:spcAft>
                <a:spcPct val="0"/>
              </a:spcAft>
              <a:buSzPct val="65000"/>
              <a:buBlip>
                <a:blip r:embed="rId4"/>
              </a:buBlip>
              <a:defRPr sz="2800">
                <a:solidFill>
                  <a:srgbClr val="000050"/>
                </a:solidFill>
                <a:latin typeface="+mn-lt"/>
                <a:ea typeface="ＭＳ Ｐゴシック" charset="0"/>
              </a:defRPr>
            </a:lvl2pPr>
            <a:lvl3pPr marL="1143000" indent="-228600" algn="l" rtl="0" eaLnBrk="1" fontAlgn="base" hangingPunct="1">
              <a:spcBef>
                <a:spcPct val="20000"/>
              </a:spcBef>
              <a:spcAft>
                <a:spcPct val="0"/>
              </a:spcAft>
              <a:buSzPct val="65000"/>
              <a:buBlip>
                <a:blip r:embed="rId5"/>
              </a:buBlip>
              <a:defRPr sz="2400">
                <a:solidFill>
                  <a:schemeClr val="tx1"/>
                </a:solidFill>
                <a:latin typeface="+mn-lt"/>
                <a:ea typeface="ＭＳ Ｐゴシック" charset="0"/>
              </a:defRPr>
            </a:lvl3pPr>
            <a:lvl4pPr marL="1600200" indent="-228600" algn="l" rtl="0" eaLnBrk="1" fontAlgn="base" hangingPunct="1">
              <a:spcBef>
                <a:spcPct val="20000"/>
              </a:spcBef>
              <a:spcAft>
                <a:spcPct val="0"/>
              </a:spcAft>
              <a:buChar char="–"/>
              <a:defRPr sz="2000">
                <a:solidFill>
                  <a:schemeClr val="tx1"/>
                </a:solidFill>
                <a:latin typeface="+mn-lt"/>
                <a:ea typeface="ＭＳ Ｐゴシック" charset="0"/>
              </a:defRPr>
            </a:lvl4pPr>
            <a:lvl5pPr marL="2057400" indent="-228600" algn="l" rtl="0" eaLnBrk="1" fontAlgn="base" hangingPunct="1">
              <a:spcBef>
                <a:spcPct val="20000"/>
              </a:spcBef>
              <a:spcAft>
                <a:spcPct val="0"/>
              </a:spcAft>
              <a:buChar char="»"/>
              <a:defRPr sz="2000">
                <a:solidFill>
                  <a:schemeClr val="tx1"/>
                </a:solidFill>
                <a:latin typeface="+mn-lt"/>
                <a:ea typeface="ＭＳ Ｐゴシック"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marL="342900" marR="0" lvl="0" indent="-342900" algn="l" defTabSz="914400" rtl="0" eaLnBrk="1" fontAlgn="base" latinLnBrk="0" hangingPunct="1">
              <a:lnSpc>
                <a:spcPct val="100000"/>
              </a:lnSpc>
              <a:spcBef>
                <a:spcPct val="20000"/>
              </a:spcBef>
              <a:spcAft>
                <a:spcPct val="0"/>
              </a:spcAft>
              <a:buClr>
                <a:srgbClr val="FF6600"/>
              </a:buClr>
              <a:buSzPct val="75000"/>
              <a:buFontTx/>
              <a:buBlip>
                <a:blip r:embed="rId3"/>
              </a:buBlip>
              <a:tabLst>
                <a:tab pos="465671" algn="l"/>
              </a:tabLst>
              <a:defRPr/>
            </a:pPr>
            <a:r>
              <a:rPr kumimoji="0" lang="en-US" sz="2800" b="0" i="0" u="none" strike="noStrike" kern="1200" cap="none" spc="0" normalizeH="0" baseline="0" noProof="0" dirty="0">
                <a:ln>
                  <a:noFill/>
                </a:ln>
                <a:solidFill>
                  <a:srgbClr val="000000"/>
                </a:solidFill>
                <a:effectLst/>
                <a:uLnTx/>
                <a:uFillTx/>
                <a:latin typeface="Arial"/>
                <a:ea typeface="ＭＳ Ｐゴシック" charset="0"/>
                <a:cs typeface="Arial" charset="0"/>
              </a:rPr>
              <a:t>Noticing that the shift depends on the match between the checked character and the pattern characters</a:t>
            </a:r>
            <a:r>
              <a:rPr lang="en-US" sz="2800" dirty="0">
                <a:solidFill>
                  <a:srgbClr val="000000"/>
                </a:solidFill>
                <a:latin typeface="Arial"/>
                <a:cs typeface="Arial" charset="0"/>
              </a:rPr>
              <a:t>, </a:t>
            </a:r>
          </a:p>
          <a:p>
            <a:pPr marL="342900" marR="0" lvl="0" indent="-342900" algn="l" defTabSz="914400" rtl="0" eaLnBrk="1" fontAlgn="base" latinLnBrk="0" hangingPunct="1">
              <a:lnSpc>
                <a:spcPct val="100000"/>
              </a:lnSpc>
              <a:spcBef>
                <a:spcPct val="20000"/>
              </a:spcBef>
              <a:spcAft>
                <a:spcPct val="0"/>
              </a:spcAft>
              <a:buClr>
                <a:srgbClr val="FF6600"/>
              </a:buClr>
              <a:buSzPct val="75000"/>
              <a:buFontTx/>
              <a:buBlip>
                <a:blip r:embed="rId3"/>
              </a:buBlip>
              <a:tabLst>
                <a:tab pos="465671" algn="l"/>
              </a:tabLst>
              <a:defRPr/>
            </a:pPr>
            <a:r>
              <a:rPr kumimoji="0" lang="en-US" sz="2800" b="0" i="0" u="none" strike="noStrike" kern="1200" cap="none" spc="0" normalizeH="0" baseline="0" noProof="0" dirty="0">
                <a:ln>
                  <a:noFill/>
                </a:ln>
                <a:solidFill>
                  <a:srgbClr val="000000"/>
                </a:solidFill>
                <a:effectLst/>
                <a:uLnTx/>
                <a:uFillTx/>
                <a:latin typeface="Arial"/>
                <a:ea typeface="ＭＳ Ｐゴシック" charset="0"/>
                <a:cs typeface="Arial" charset="0"/>
              </a:rPr>
              <a:t>we use the idea of input enhancement to speed up the process of determining how much to shift the pattern when a mismatch occurs </a:t>
            </a:r>
          </a:p>
          <a:p>
            <a:pPr lvl="1">
              <a:buClr>
                <a:srgbClr val="FF6600"/>
              </a:buClr>
              <a:tabLst>
                <a:tab pos="465671" algn="l"/>
              </a:tabLst>
              <a:defRPr/>
            </a:pPr>
            <a:r>
              <a:rPr lang="en-US" sz="2400" dirty="0">
                <a:cs typeface="Arial" charset="0"/>
              </a:rPr>
              <a:t>Create a </a:t>
            </a:r>
            <a:r>
              <a:rPr lang="en-US" sz="2400" b="1" dirty="0">
                <a:solidFill>
                  <a:srgbClr val="7030A0"/>
                </a:solidFill>
                <a:cs typeface="Arial" charset="0"/>
              </a:rPr>
              <a:t>shift table </a:t>
            </a:r>
            <a:r>
              <a:rPr lang="en-US" sz="2400" dirty="0">
                <a:cs typeface="Arial" charset="0"/>
              </a:rPr>
              <a:t>indexed by all possible text </a:t>
            </a:r>
            <a:r>
              <a:rPr lang="en-US" sz="1800" dirty="0">
                <a:cs typeface="Arial" charset="0"/>
              </a:rPr>
              <a:t>(and pattern)</a:t>
            </a:r>
            <a:r>
              <a:rPr lang="en-US" sz="2400" dirty="0">
                <a:cs typeface="Arial" charset="0"/>
              </a:rPr>
              <a:t> characters </a:t>
            </a:r>
          </a:p>
          <a:p>
            <a:pPr lvl="1">
              <a:buClr>
                <a:srgbClr val="FF6600"/>
              </a:buClr>
              <a:tabLst>
                <a:tab pos="465671" algn="l"/>
              </a:tabLst>
              <a:defRPr/>
            </a:pPr>
            <a:r>
              <a:rPr lang="en-US" sz="2400" dirty="0">
                <a:cs typeface="Arial" charset="0"/>
              </a:rPr>
              <a:t>Preprocess the pattern to compute for each shift table entry the pattern shift size </a:t>
            </a:r>
            <a:r>
              <a:rPr lang="en-US" sz="1800" dirty="0">
                <a:cs typeface="Arial" charset="0"/>
              </a:rPr>
              <a:t>(when a mismatch occurs)</a:t>
            </a:r>
            <a:r>
              <a:rPr lang="en-US" sz="2400" dirty="0">
                <a:cs typeface="Arial" charset="0"/>
              </a:rPr>
              <a:t> using the formula</a:t>
            </a:r>
          </a:p>
        </p:txBody>
      </p:sp>
      <p:pic>
        <p:nvPicPr>
          <p:cNvPr id="4" name="Picture 3">
            <a:extLst>
              <a:ext uri="{FF2B5EF4-FFF2-40B4-BE49-F238E27FC236}">
                <a16:creationId xmlns:a16="http://schemas.microsoft.com/office/drawing/2014/main" id="{3B811EA4-D185-930F-19B7-F84762502858}"/>
              </a:ext>
            </a:extLst>
          </p:cNvPr>
          <p:cNvPicPr>
            <a:picLocks noChangeAspect="1"/>
          </p:cNvPicPr>
          <p:nvPr/>
        </p:nvPicPr>
        <p:blipFill>
          <a:blip r:embed="rId6"/>
          <a:stretch>
            <a:fillRect/>
          </a:stretch>
        </p:blipFill>
        <p:spPr>
          <a:xfrm>
            <a:off x="914400" y="4468577"/>
            <a:ext cx="7614447" cy="1713035"/>
          </a:xfrm>
          <a:prstGeom prst="rect">
            <a:avLst/>
          </a:prstGeom>
        </p:spPr>
      </p:pic>
      <p:sp>
        <p:nvSpPr>
          <p:cNvPr id="2" name="TextBox 1">
            <a:extLst>
              <a:ext uri="{FF2B5EF4-FFF2-40B4-BE49-F238E27FC236}">
                <a16:creationId xmlns:a16="http://schemas.microsoft.com/office/drawing/2014/main" id="{75A01F5B-E334-2145-BD6F-3202B7096EAD}"/>
              </a:ext>
            </a:extLst>
          </p:cNvPr>
          <p:cNvSpPr txBox="1"/>
          <p:nvPr/>
        </p:nvSpPr>
        <p:spPr>
          <a:xfrm>
            <a:off x="8458200" y="4812268"/>
            <a:ext cx="1676400" cy="369332"/>
          </a:xfrm>
          <a:prstGeom prst="rect">
            <a:avLst/>
          </a:prstGeom>
          <a:noFill/>
        </p:spPr>
        <p:txBody>
          <a:bodyPr wrap="square" rtlCol="0">
            <a:spAutoFit/>
          </a:bodyPr>
          <a:lstStyle/>
          <a:p>
            <a:r>
              <a:rPr lang="en-US" b="1" dirty="0"/>
              <a:t>Case 1 &amp; 2</a:t>
            </a:r>
          </a:p>
        </p:txBody>
      </p:sp>
      <p:sp>
        <p:nvSpPr>
          <p:cNvPr id="5" name="Rectangle 4">
            <a:extLst>
              <a:ext uri="{FF2B5EF4-FFF2-40B4-BE49-F238E27FC236}">
                <a16:creationId xmlns:a16="http://schemas.microsoft.com/office/drawing/2014/main" id="{536F7C03-5626-FE48-A6AA-1CB595DB1B9C}"/>
              </a:ext>
            </a:extLst>
          </p:cNvPr>
          <p:cNvSpPr/>
          <p:nvPr/>
        </p:nvSpPr>
        <p:spPr>
          <a:xfrm>
            <a:off x="8503796" y="5715000"/>
            <a:ext cx="1351652" cy="369332"/>
          </a:xfrm>
          <a:prstGeom prst="rect">
            <a:avLst/>
          </a:prstGeom>
        </p:spPr>
        <p:txBody>
          <a:bodyPr wrap="none">
            <a:spAutoFit/>
          </a:bodyPr>
          <a:lstStyle/>
          <a:p>
            <a:r>
              <a:rPr lang="en-US" b="1" dirty="0"/>
              <a:t>Case 3 &amp; 4</a:t>
            </a:r>
          </a:p>
        </p:txBody>
      </p:sp>
    </p:spTree>
    <p:extLst>
      <p:ext uri="{BB962C8B-B14F-4D97-AF65-F5344CB8AC3E}">
        <p14:creationId xmlns:p14="http://schemas.microsoft.com/office/powerpoint/2010/main" val="17115085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title"/>
          </p:nvPr>
        </p:nvSpPr>
        <p:spPr>
          <a:xfrm>
            <a:off x="457200" y="338065"/>
            <a:ext cx="11065008" cy="500137"/>
          </a:xfrm>
          <a:prstGeom prst="rect">
            <a:avLst/>
          </a:prstGeom>
          <a:solidFill>
            <a:schemeClr val="bg1"/>
          </a:solidFill>
          <a:ln>
            <a:noFill/>
          </a:ln>
        </p:spPr>
        <p:txBody>
          <a:bodyPr vert="horz" wrap="square" lIns="0" tIns="0" rIns="0" bIns="0" numCol="1" rtlCol="0" anchor="ctr" anchorCtr="0" compatLnSpc="1">
            <a:prstTxWarp prst="textNoShape">
              <a:avLst/>
            </a:prstTxWarp>
            <a:spAutoFit/>
          </a:bodyPr>
          <a:lstStyle/>
          <a:p>
            <a:pPr marL="11527">
              <a:lnSpc>
                <a:spcPts val="3916"/>
              </a:lnSpc>
            </a:pPr>
            <a:r>
              <a:rPr lang="en-US" sz="3800" b="1" dirty="0" err="1">
                <a:solidFill>
                  <a:srgbClr val="0070C0"/>
                </a:solidFill>
              </a:rPr>
              <a:t>Horspool’s</a:t>
            </a:r>
            <a:r>
              <a:rPr lang="en-US" sz="3800" b="1" dirty="0">
                <a:solidFill>
                  <a:srgbClr val="0070C0"/>
                </a:solidFill>
              </a:rPr>
              <a:t> Algorithm, Contd.</a:t>
            </a:r>
            <a:r>
              <a:rPr lang="en-US" sz="3800" b="1" dirty="0">
                <a:solidFill>
                  <a:srgbClr val="FF0000"/>
                </a:solidFill>
              </a:rPr>
              <a:t> </a:t>
            </a:r>
            <a:endParaRPr sz="3800" b="1" dirty="0">
              <a:solidFill>
                <a:srgbClr val="FF0000"/>
              </a:solidFill>
            </a:endParaRPr>
          </a:p>
        </p:txBody>
      </p:sp>
      <p:sp>
        <p:nvSpPr>
          <p:cNvPr id="3" name="Slide Number Placeholder 2"/>
          <p:cNvSpPr>
            <a:spLocks noGrp="1"/>
          </p:cNvSpPr>
          <p:nvPr>
            <p:ph type="sldNum" sz="quarter" idx="4294967295"/>
          </p:nvPr>
        </p:nvSpPr>
        <p:spPr>
          <a:xfrm>
            <a:off x="8737600" y="6356351"/>
            <a:ext cx="2844800" cy="365125"/>
          </a:xfrm>
          <a:prstGeom prst="rect">
            <a:avLst/>
          </a:prstGeom>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C65781BD-3F4D-4CA7-A858-CE94DEA3B426}" type="slidenum">
              <a:rPr kumimoji="0" lang="en-US" sz="1800" b="0" i="0" u="none" strike="noStrike" kern="1200" cap="none" spc="0" normalizeH="0" baseline="0" noProof="0" smtClean="0">
                <a:ln>
                  <a:noFill/>
                </a:ln>
                <a:solidFill>
                  <a:srgbClr val="000000"/>
                </a:solidFill>
                <a:effectLst/>
                <a:uLnTx/>
                <a:uFillTx/>
                <a:latin typeface="Arial" charset="0"/>
                <a:ea typeface="ＭＳ Ｐゴシック"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9</a:t>
            </a:fld>
            <a:endParaRPr kumimoji="0" lang="en-US" sz="1800" b="0" i="0" u="none" strike="noStrike" kern="1200" cap="none" spc="0" normalizeH="0" baseline="0" noProof="0" dirty="0">
              <a:ln>
                <a:noFill/>
              </a:ln>
              <a:solidFill>
                <a:srgbClr val="000000"/>
              </a:solidFill>
              <a:effectLst/>
              <a:uLnTx/>
              <a:uFillTx/>
              <a:latin typeface="Arial" charset="0"/>
              <a:ea typeface="ＭＳ Ｐゴシック" pitchFamily="34" charset="-128"/>
              <a:cs typeface="+mn-cs"/>
            </a:endParaRPr>
          </a:p>
        </p:txBody>
      </p:sp>
      <p:sp>
        <p:nvSpPr>
          <p:cNvPr id="9" name="object 7">
            <a:extLst>
              <a:ext uri="{FF2B5EF4-FFF2-40B4-BE49-F238E27FC236}">
                <a16:creationId xmlns:a16="http://schemas.microsoft.com/office/drawing/2014/main" id="{ACB0B48A-560D-4839-8006-6097D80F76DB}"/>
              </a:ext>
            </a:extLst>
          </p:cNvPr>
          <p:cNvSpPr txBox="1">
            <a:spLocks/>
          </p:cNvSpPr>
          <p:nvPr/>
        </p:nvSpPr>
        <p:spPr bwMode="auto">
          <a:xfrm>
            <a:off x="457200" y="1228384"/>
            <a:ext cx="11430000" cy="4838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lvl1pPr marL="342900" indent="-342900" algn="l" rtl="0" eaLnBrk="1" fontAlgn="base" hangingPunct="1">
              <a:spcBef>
                <a:spcPct val="20000"/>
              </a:spcBef>
              <a:spcAft>
                <a:spcPct val="0"/>
              </a:spcAft>
              <a:buSzPct val="75000"/>
              <a:buBlip>
                <a:blip r:embed="rId3"/>
              </a:buBlip>
              <a:defRPr sz="3200">
                <a:solidFill>
                  <a:schemeClr val="tx1"/>
                </a:solidFill>
                <a:latin typeface="+mn-lt"/>
                <a:ea typeface="ＭＳ Ｐゴシック" charset="0"/>
                <a:cs typeface="+mn-cs"/>
              </a:defRPr>
            </a:lvl1pPr>
            <a:lvl2pPr marL="742950" indent="-285750" algn="l" rtl="0" eaLnBrk="1" fontAlgn="base" hangingPunct="1">
              <a:spcBef>
                <a:spcPct val="20000"/>
              </a:spcBef>
              <a:spcAft>
                <a:spcPct val="0"/>
              </a:spcAft>
              <a:buSzPct val="65000"/>
              <a:buBlip>
                <a:blip r:embed="rId4"/>
              </a:buBlip>
              <a:defRPr sz="2800">
                <a:solidFill>
                  <a:srgbClr val="000050"/>
                </a:solidFill>
                <a:latin typeface="+mn-lt"/>
                <a:ea typeface="ＭＳ Ｐゴシック" charset="0"/>
              </a:defRPr>
            </a:lvl2pPr>
            <a:lvl3pPr marL="1143000" indent="-228600" algn="l" rtl="0" eaLnBrk="1" fontAlgn="base" hangingPunct="1">
              <a:spcBef>
                <a:spcPct val="20000"/>
              </a:spcBef>
              <a:spcAft>
                <a:spcPct val="0"/>
              </a:spcAft>
              <a:buSzPct val="65000"/>
              <a:buBlip>
                <a:blip r:embed="rId5"/>
              </a:buBlip>
              <a:defRPr sz="2400">
                <a:solidFill>
                  <a:schemeClr val="tx1"/>
                </a:solidFill>
                <a:latin typeface="+mn-lt"/>
                <a:ea typeface="ＭＳ Ｐゴシック" charset="0"/>
              </a:defRPr>
            </a:lvl3pPr>
            <a:lvl4pPr marL="1600200" indent="-228600" algn="l" rtl="0" eaLnBrk="1" fontAlgn="base" hangingPunct="1">
              <a:spcBef>
                <a:spcPct val="20000"/>
              </a:spcBef>
              <a:spcAft>
                <a:spcPct val="0"/>
              </a:spcAft>
              <a:buChar char="–"/>
              <a:defRPr sz="2000">
                <a:solidFill>
                  <a:schemeClr val="tx1"/>
                </a:solidFill>
                <a:latin typeface="+mn-lt"/>
                <a:ea typeface="ＭＳ Ｐゴシック" charset="0"/>
              </a:defRPr>
            </a:lvl4pPr>
            <a:lvl5pPr marL="2057400" indent="-228600" algn="l" rtl="0" eaLnBrk="1" fontAlgn="base" hangingPunct="1">
              <a:spcBef>
                <a:spcPct val="20000"/>
              </a:spcBef>
              <a:spcAft>
                <a:spcPct val="0"/>
              </a:spcAft>
              <a:buChar char="»"/>
              <a:defRPr sz="2000">
                <a:solidFill>
                  <a:schemeClr val="tx1"/>
                </a:solidFill>
                <a:latin typeface="+mn-lt"/>
                <a:ea typeface="ＭＳ Ｐゴシック"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marL="342900" marR="0" lvl="0" indent="-342900" algn="l" defTabSz="914400" rtl="0" eaLnBrk="1" fontAlgn="base" latinLnBrk="0" hangingPunct="1">
              <a:lnSpc>
                <a:spcPct val="100000"/>
              </a:lnSpc>
              <a:spcBef>
                <a:spcPct val="20000"/>
              </a:spcBef>
              <a:spcAft>
                <a:spcPct val="0"/>
              </a:spcAft>
              <a:buClr>
                <a:srgbClr val="FF6600"/>
              </a:buClr>
              <a:buSzPct val="75000"/>
              <a:buFontTx/>
              <a:buBlip>
                <a:blip r:embed="rId3"/>
              </a:buBlip>
              <a:tabLst>
                <a:tab pos="465671" algn="l"/>
              </a:tabLst>
              <a:defRPr/>
            </a:pPr>
            <a:r>
              <a:rPr kumimoji="0" lang="en-US" sz="2800" b="0" i="0" u="none" strike="noStrike" kern="1200" cap="none" spc="0" normalizeH="0" baseline="0" noProof="0" dirty="0" err="1">
                <a:ln>
                  <a:noFill/>
                </a:ln>
                <a:solidFill>
                  <a:srgbClr val="000000"/>
                </a:solidFill>
                <a:effectLst/>
                <a:uLnTx/>
                <a:uFillTx/>
                <a:latin typeface="Arial"/>
                <a:ea typeface="ＭＳ Ｐゴシック" charset="0"/>
                <a:cs typeface="Arial" charset="0"/>
              </a:rPr>
              <a:t>Horspool’s</a:t>
            </a:r>
            <a:r>
              <a:rPr kumimoji="0" lang="en-US" sz="2800" b="0" i="0" u="none" strike="noStrike" kern="1200" cap="none" spc="0" normalizeH="0" baseline="0" noProof="0" dirty="0">
                <a:ln>
                  <a:noFill/>
                </a:ln>
                <a:solidFill>
                  <a:srgbClr val="000000"/>
                </a:solidFill>
                <a:effectLst/>
                <a:uLnTx/>
                <a:uFillTx/>
                <a:latin typeface="Arial"/>
                <a:ea typeface="ＭＳ Ｐゴシック" charset="0"/>
                <a:cs typeface="Arial" charset="0"/>
              </a:rPr>
              <a:t> algorithm</a:t>
            </a:r>
          </a:p>
          <a:p>
            <a:pPr marL="914400" lvl="1" indent="-457200">
              <a:buClr>
                <a:srgbClr val="FF6600"/>
              </a:buClr>
              <a:buFont typeface="+mj-lt"/>
              <a:buAutoNum type="arabicPeriod"/>
              <a:tabLst>
                <a:tab pos="465671" algn="l"/>
              </a:tabLst>
              <a:defRPr/>
            </a:pPr>
            <a:r>
              <a:rPr lang="en-US" sz="2200" dirty="0">
                <a:cs typeface="Arial" charset="0"/>
              </a:rPr>
              <a:t>Create a </a:t>
            </a:r>
            <a:r>
              <a:rPr lang="en-US" sz="2200" b="1" dirty="0">
                <a:cs typeface="Arial" charset="0"/>
              </a:rPr>
              <a:t>shift table </a:t>
            </a:r>
            <a:r>
              <a:rPr lang="en-US" sz="2200" dirty="0">
                <a:cs typeface="Arial" charset="0"/>
              </a:rPr>
              <a:t>indexed by all possible text </a:t>
            </a:r>
            <a:r>
              <a:rPr lang="en-US" sz="1800" dirty="0">
                <a:cs typeface="Arial" charset="0"/>
              </a:rPr>
              <a:t>(and pattern) </a:t>
            </a:r>
            <a:r>
              <a:rPr lang="en-US" sz="2200" dirty="0">
                <a:cs typeface="Arial" charset="0"/>
              </a:rPr>
              <a:t>characters </a:t>
            </a:r>
          </a:p>
          <a:p>
            <a:pPr marL="914400" lvl="1" indent="-457200">
              <a:buClr>
                <a:srgbClr val="FF6600"/>
              </a:buClr>
              <a:buFont typeface="+mj-lt"/>
              <a:buAutoNum type="arabicPeriod"/>
              <a:tabLst>
                <a:tab pos="465671" algn="l"/>
              </a:tabLst>
              <a:defRPr/>
            </a:pPr>
            <a:r>
              <a:rPr lang="en-US" sz="2200" dirty="0">
                <a:cs typeface="Arial" charset="0"/>
              </a:rPr>
              <a:t>Preprocess the pattern to compute for each </a:t>
            </a:r>
            <a:r>
              <a:rPr lang="en-US" sz="2200" b="1" dirty="0">
                <a:cs typeface="Arial" charset="0"/>
              </a:rPr>
              <a:t>shift table entry</a:t>
            </a:r>
            <a:r>
              <a:rPr lang="en-US" sz="2200" dirty="0">
                <a:cs typeface="Arial" charset="0"/>
              </a:rPr>
              <a:t> the pattern shift size </a:t>
            </a:r>
            <a:r>
              <a:rPr lang="en-US" sz="1800" dirty="0">
                <a:cs typeface="Arial" charset="0"/>
              </a:rPr>
              <a:t>(when a mismatch occurs) </a:t>
            </a:r>
            <a:endParaRPr lang="en-US" sz="2200" dirty="0">
              <a:cs typeface="Arial" charset="0"/>
            </a:endParaRPr>
          </a:p>
          <a:p>
            <a:pPr marL="914400" lvl="1" indent="-457200">
              <a:buClr>
                <a:srgbClr val="FF6600"/>
              </a:buClr>
              <a:buFont typeface="+mj-lt"/>
              <a:buAutoNum type="arabicPeriod"/>
              <a:tabLst>
                <a:tab pos="465671" algn="l"/>
              </a:tabLst>
              <a:defRPr/>
            </a:pPr>
            <a:r>
              <a:rPr lang="en-US" sz="2200" dirty="0">
                <a:cs typeface="Arial" charset="0"/>
              </a:rPr>
              <a:t>Align the pattern at beginning of the text</a:t>
            </a:r>
          </a:p>
          <a:p>
            <a:pPr marL="914400" lvl="1" indent="-457200">
              <a:buClr>
                <a:srgbClr val="FF6600"/>
              </a:buClr>
              <a:buFont typeface="+mj-lt"/>
              <a:buAutoNum type="arabicPeriod"/>
              <a:tabLst>
                <a:tab pos="465671" algn="l"/>
              </a:tabLst>
              <a:defRPr/>
            </a:pPr>
            <a:r>
              <a:rPr lang="en-US" sz="2200" dirty="0">
                <a:cs typeface="Arial" charset="0"/>
              </a:rPr>
              <a:t>Starting with the rightmost character of the pattern and moving right to left, compare the corresponding pairs of characters in the pattern and text until either all pattern characters are </a:t>
            </a:r>
            <a:r>
              <a:rPr lang="en-US" sz="2200" b="1" u="sng" dirty="0">
                <a:cs typeface="Arial" charset="0"/>
              </a:rPr>
              <a:t>matched</a:t>
            </a:r>
            <a:r>
              <a:rPr lang="en-US" sz="2200" u="sng" dirty="0">
                <a:cs typeface="Arial" charset="0"/>
              </a:rPr>
              <a:t> then </a:t>
            </a:r>
            <a:r>
              <a:rPr lang="en-US" sz="2200" u="sng" dirty="0">
                <a:solidFill>
                  <a:srgbClr val="FF0000"/>
                </a:solidFill>
                <a:cs typeface="Arial" charset="0"/>
              </a:rPr>
              <a:t>stop</a:t>
            </a:r>
            <a:r>
              <a:rPr lang="en-US" sz="2200" u="sng" dirty="0">
                <a:cs typeface="Arial" charset="0"/>
              </a:rPr>
              <a:t> </a:t>
            </a:r>
            <a:r>
              <a:rPr lang="en-US" sz="2200" dirty="0">
                <a:cs typeface="Arial" charset="0"/>
              </a:rPr>
              <a:t>or </a:t>
            </a:r>
            <a:r>
              <a:rPr lang="en-US" sz="2200" u="sng" dirty="0">
                <a:cs typeface="Arial" charset="0"/>
              </a:rPr>
              <a:t>a </a:t>
            </a:r>
            <a:r>
              <a:rPr lang="en-US" sz="2200" b="1" u="sng" dirty="0">
                <a:cs typeface="Arial" charset="0"/>
              </a:rPr>
              <a:t>mismatch</a:t>
            </a:r>
            <a:r>
              <a:rPr lang="en-US" sz="2200" u="sng" dirty="0">
                <a:cs typeface="Arial" charset="0"/>
              </a:rPr>
              <a:t> </a:t>
            </a:r>
            <a:r>
              <a:rPr lang="en-US" sz="2200" dirty="0">
                <a:cs typeface="Arial" charset="0"/>
              </a:rPr>
              <a:t>occurs</a:t>
            </a:r>
          </a:p>
          <a:p>
            <a:pPr marL="914400" lvl="1" indent="-457200">
              <a:buClr>
                <a:srgbClr val="FF6600"/>
              </a:buClr>
              <a:buFont typeface="+mj-lt"/>
              <a:buAutoNum type="arabicPeriod"/>
              <a:tabLst>
                <a:tab pos="465671" algn="l"/>
              </a:tabLst>
              <a:defRPr/>
            </a:pPr>
            <a:r>
              <a:rPr lang="en-US" sz="2200" u="sng" dirty="0">
                <a:cs typeface="Arial" charset="0"/>
              </a:rPr>
              <a:t>When a </a:t>
            </a:r>
            <a:r>
              <a:rPr lang="en-US" sz="2200" b="1" u="sng" dirty="0">
                <a:cs typeface="Arial" charset="0"/>
              </a:rPr>
              <a:t>mismatch</a:t>
            </a:r>
            <a:r>
              <a:rPr lang="en-US" sz="2200" u="sng" dirty="0">
                <a:cs typeface="Arial" charset="0"/>
              </a:rPr>
              <a:t> occurs, </a:t>
            </a:r>
            <a:r>
              <a:rPr lang="en-US" sz="2200" u="sng" dirty="0">
                <a:solidFill>
                  <a:srgbClr val="FF0000"/>
                </a:solidFill>
                <a:cs typeface="Arial" charset="0"/>
              </a:rPr>
              <a:t>shift</a:t>
            </a:r>
            <a:r>
              <a:rPr lang="en-US" sz="2200" u="sng" dirty="0">
                <a:cs typeface="Arial" charset="0"/>
              </a:rPr>
              <a:t> the pattern to the right along the text according to the </a:t>
            </a:r>
            <a:r>
              <a:rPr lang="en-US" sz="2200" b="1" u="sng" dirty="0">
                <a:cs typeface="Arial" charset="0"/>
              </a:rPr>
              <a:t>shift</a:t>
            </a:r>
            <a:r>
              <a:rPr lang="en-US" sz="2200" u="sng" dirty="0">
                <a:cs typeface="Arial" charset="0"/>
              </a:rPr>
              <a:t> </a:t>
            </a:r>
            <a:r>
              <a:rPr lang="en-US" sz="2200" b="1" u="sng" dirty="0">
                <a:cs typeface="Arial" charset="0"/>
              </a:rPr>
              <a:t>table’s </a:t>
            </a:r>
            <a:r>
              <a:rPr lang="en-US" sz="2200" u="sng" dirty="0">
                <a:cs typeface="Arial" charset="0"/>
              </a:rPr>
              <a:t>entry</a:t>
            </a:r>
            <a:r>
              <a:rPr lang="en-US" sz="2200" b="1" u="sng" dirty="0">
                <a:cs typeface="Arial" charset="0"/>
              </a:rPr>
              <a:t> </a:t>
            </a:r>
            <a:r>
              <a:rPr lang="en-US" sz="2200" u="sng" dirty="0">
                <a:cs typeface="Arial" charset="0"/>
              </a:rPr>
              <a:t>for the text’s character </a:t>
            </a:r>
            <a:r>
              <a:rPr lang="en-US" sz="2200" i="1" u="sng" dirty="0">
                <a:latin typeface="Times New Roman" panose="02020603050405020304" pitchFamily="18" charset="0"/>
                <a:cs typeface="Times New Roman" panose="02020603050405020304" pitchFamily="18" charset="0"/>
              </a:rPr>
              <a:t>c</a:t>
            </a:r>
            <a:r>
              <a:rPr lang="en-US" sz="2200" u="sng" dirty="0">
                <a:cs typeface="Arial" charset="0"/>
              </a:rPr>
              <a:t> aligned with the last character in the pattern</a:t>
            </a:r>
            <a:endParaRPr lang="en-US" sz="2200" i="1" u="sng" dirty="0">
              <a:latin typeface="Times New Roman" panose="02020603050405020304" pitchFamily="18" charset="0"/>
              <a:cs typeface="Times New Roman" panose="02020603050405020304" pitchFamily="18" charset="0"/>
            </a:endParaRPr>
          </a:p>
          <a:p>
            <a:pPr marL="914400" lvl="1" indent="-457200">
              <a:buClr>
                <a:srgbClr val="FF6600"/>
              </a:buClr>
              <a:buFont typeface="+mj-lt"/>
              <a:buAutoNum type="arabicPeriod"/>
              <a:tabLst>
                <a:tab pos="465671" algn="l"/>
              </a:tabLst>
              <a:defRPr/>
            </a:pPr>
            <a:r>
              <a:rPr lang="en-US" sz="2200" dirty="0">
                <a:cs typeface="Arial" charset="0"/>
              </a:rPr>
              <a:t>Repeat until either a matching substring is found, or the pattern reaches beyond the last character of the text</a:t>
            </a:r>
          </a:p>
        </p:txBody>
      </p:sp>
    </p:spTree>
    <p:extLst>
      <p:ext uri="{BB962C8B-B14F-4D97-AF65-F5344CB8AC3E}">
        <p14:creationId xmlns:p14="http://schemas.microsoft.com/office/powerpoint/2010/main" val="13747489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title"/>
          </p:nvPr>
        </p:nvSpPr>
        <p:spPr>
          <a:xfrm>
            <a:off x="457200" y="338065"/>
            <a:ext cx="11065008" cy="500137"/>
          </a:xfrm>
          <a:prstGeom prst="rect">
            <a:avLst/>
          </a:prstGeom>
          <a:solidFill>
            <a:schemeClr val="bg1"/>
          </a:solidFill>
          <a:ln>
            <a:noFill/>
          </a:ln>
        </p:spPr>
        <p:txBody>
          <a:bodyPr vert="horz" wrap="square" lIns="0" tIns="0" rIns="0" bIns="0" numCol="1" rtlCol="0" anchor="ctr" anchorCtr="0" compatLnSpc="1">
            <a:prstTxWarp prst="textNoShape">
              <a:avLst/>
            </a:prstTxWarp>
            <a:spAutoFit/>
          </a:bodyPr>
          <a:lstStyle/>
          <a:p>
            <a:pPr marL="11527">
              <a:lnSpc>
                <a:spcPts val="3916"/>
              </a:lnSpc>
            </a:pPr>
            <a:r>
              <a:rPr lang="en-US" sz="3800" b="1" dirty="0" err="1">
                <a:solidFill>
                  <a:srgbClr val="0070C0"/>
                </a:solidFill>
              </a:rPr>
              <a:t>Horspool’s</a:t>
            </a:r>
            <a:r>
              <a:rPr lang="en-US" sz="3800" b="1" dirty="0">
                <a:solidFill>
                  <a:srgbClr val="0070C0"/>
                </a:solidFill>
              </a:rPr>
              <a:t> Algorithm, Contd.</a:t>
            </a:r>
            <a:r>
              <a:rPr lang="en-US" sz="3800" b="1" dirty="0">
                <a:solidFill>
                  <a:srgbClr val="FF0000"/>
                </a:solidFill>
              </a:rPr>
              <a:t> </a:t>
            </a:r>
            <a:endParaRPr sz="3800" b="1" dirty="0">
              <a:solidFill>
                <a:srgbClr val="FF0000"/>
              </a:solidFill>
            </a:endParaRPr>
          </a:p>
        </p:txBody>
      </p:sp>
      <p:sp>
        <p:nvSpPr>
          <p:cNvPr id="3" name="Slide Number Placeholder 2"/>
          <p:cNvSpPr>
            <a:spLocks noGrp="1"/>
          </p:cNvSpPr>
          <p:nvPr>
            <p:ph type="sldNum" sz="quarter" idx="4294967295"/>
          </p:nvPr>
        </p:nvSpPr>
        <p:spPr>
          <a:xfrm>
            <a:off x="8737600" y="6356351"/>
            <a:ext cx="2844800" cy="365125"/>
          </a:xfrm>
          <a:prstGeom prst="rect">
            <a:avLst/>
          </a:prstGeom>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C65781BD-3F4D-4CA7-A858-CE94DEA3B426}" type="slidenum">
              <a:rPr kumimoji="0" lang="en-US" sz="1800" b="0" i="0" u="none" strike="noStrike" kern="1200" cap="none" spc="0" normalizeH="0" baseline="0" noProof="0" smtClean="0">
                <a:ln>
                  <a:noFill/>
                </a:ln>
                <a:solidFill>
                  <a:srgbClr val="000000"/>
                </a:solidFill>
                <a:effectLst/>
                <a:uLnTx/>
                <a:uFillTx/>
                <a:latin typeface="Arial" charset="0"/>
                <a:ea typeface="ＭＳ Ｐゴシック"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10</a:t>
            </a:fld>
            <a:endParaRPr kumimoji="0" lang="en-US" sz="1800" b="0" i="0" u="none" strike="noStrike" kern="1200" cap="none" spc="0" normalizeH="0" baseline="0" noProof="0" dirty="0">
              <a:ln>
                <a:noFill/>
              </a:ln>
              <a:solidFill>
                <a:srgbClr val="000000"/>
              </a:solidFill>
              <a:effectLst/>
              <a:uLnTx/>
              <a:uFillTx/>
              <a:latin typeface="Arial" charset="0"/>
              <a:ea typeface="ＭＳ Ｐゴシック" pitchFamily="34" charset="-128"/>
              <a:cs typeface="+mn-cs"/>
            </a:endParaRPr>
          </a:p>
        </p:txBody>
      </p:sp>
      <p:pic>
        <p:nvPicPr>
          <p:cNvPr id="4" name="Picture 3">
            <a:extLst>
              <a:ext uri="{FF2B5EF4-FFF2-40B4-BE49-F238E27FC236}">
                <a16:creationId xmlns:a16="http://schemas.microsoft.com/office/drawing/2014/main" id="{3C015DDF-0C2B-0681-3FA6-07448E79CB28}"/>
              </a:ext>
            </a:extLst>
          </p:cNvPr>
          <p:cNvPicPr>
            <a:picLocks noChangeAspect="1"/>
          </p:cNvPicPr>
          <p:nvPr/>
        </p:nvPicPr>
        <p:blipFill>
          <a:blip r:embed="rId3"/>
          <a:stretch>
            <a:fillRect/>
          </a:stretch>
        </p:blipFill>
        <p:spPr>
          <a:xfrm>
            <a:off x="762000" y="1295400"/>
            <a:ext cx="9601200" cy="3200400"/>
          </a:xfrm>
          <a:prstGeom prst="rect">
            <a:avLst/>
          </a:prstGeom>
        </p:spPr>
      </p:pic>
      <p:sp>
        <p:nvSpPr>
          <p:cNvPr id="5" name="TextBox 4">
            <a:extLst>
              <a:ext uri="{FF2B5EF4-FFF2-40B4-BE49-F238E27FC236}">
                <a16:creationId xmlns:a16="http://schemas.microsoft.com/office/drawing/2014/main" id="{269069FE-D4CA-4E36-1BFE-DAC12D0BD10D}"/>
              </a:ext>
            </a:extLst>
          </p:cNvPr>
          <p:cNvSpPr txBox="1"/>
          <p:nvPr/>
        </p:nvSpPr>
        <p:spPr>
          <a:xfrm>
            <a:off x="6268169" y="3377094"/>
            <a:ext cx="5923831" cy="307777"/>
          </a:xfrm>
          <a:prstGeom prst="rect">
            <a:avLst/>
          </a:prstGeom>
          <a:noFill/>
        </p:spPr>
        <p:txBody>
          <a:bodyPr wrap="square" rtlCol="0">
            <a:spAutoFit/>
          </a:bodyPr>
          <a:lstStyle/>
          <a:p>
            <a:r>
              <a:rPr lang="en-US" altLang="en-US" sz="1400" b="1" dirty="0">
                <a:solidFill>
                  <a:srgbClr val="7030A0"/>
                </a:solidFill>
                <a:cs typeface="Arial" charset="0"/>
              </a:rPr>
              <a:t>The default shift size is the pattern size </a:t>
            </a:r>
            <a:r>
              <a:rPr lang="en-US" altLang="en-US" sz="1400" b="1" i="1" dirty="0">
                <a:solidFill>
                  <a:srgbClr val="7030A0"/>
                </a:solidFill>
                <a:latin typeface="Times New Roman" panose="02020603050405020304" pitchFamily="18" charset="0"/>
                <a:cs typeface="Times New Roman" panose="02020603050405020304" pitchFamily="18" charset="0"/>
              </a:rPr>
              <a:t>m</a:t>
            </a:r>
            <a:endParaRPr lang="en-US" sz="1400" i="1"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F551B445-0376-428E-E8ED-6031A83D3278}"/>
              </a:ext>
            </a:extLst>
          </p:cNvPr>
          <p:cNvSpPr txBox="1"/>
          <p:nvPr/>
        </p:nvSpPr>
        <p:spPr>
          <a:xfrm>
            <a:off x="3134084" y="4142406"/>
            <a:ext cx="5923831" cy="523220"/>
          </a:xfrm>
          <a:prstGeom prst="rect">
            <a:avLst/>
          </a:prstGeom>
          <a:noFill/>
        </p:spPr>
        <p:txBody>
          <a:bodyPr wrap="square" rtlCol="0">
            <a:spAutoFit/>
          </a:bodyPr>
          <a:lstStyle/>
          <a:p>
            <a:r>
              <a:rPr lang="en-US" altLang="en-US" sz="1400" b="1" dirty="0">
                <a:solidFill>
                  <a:srgbClr val="7030A0"/>
                </a:solidFill>
                <a:cs typeface="Arial" charset="0"/>
              </a:rPr>
              <a:t>For each of the first </a:t>
            </a:r>
            <a:r>
              <a:rPr lang="en-US" altLang="en-US" sz="1400" b="1" i="1" dirty="0">
                <a:solidFill>
                  <a:srgbClr val="7030A0"/>
                </a:solidFill>
                <a:latin typeface="Times New Roman" panose="02020603050405020304" pitchFamily="18" charset="0"/>
                <a:cs typeface="Times New Roman" panose="02020603050405020304" pitchFamily="18" charset="0"/>
              </a:rPr>
              <a:t>m</a:t>
            </a:r>
            <a:r>
              <a:rPr lang="en-US" altLang="en-US" sz="1400" b="1" dirty="0">
                <a:solidFill>
                  <a:srgbClr val="7030A0"/>
                </a:solidFill>
                <a:cs typeface="Arial" charset="0"/>
              </a:rPr>
              <a:t>-1 characters of the pattern, modify the corresponding table entry </a:t>
            </a:r>
            <a:endParaRPr lang="en-US" sz="1400" i="1"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BA8FC287-5AB5-4399-4614-DBD016216A62}"/>
              </a:ext>
            </a:extLst>
          </p:cNvPr>
          <p:cNvSpPr txBox="1"/>
          <p:nvPr/>
        </p:nvSpPr>
        <p:spPr>
          <a:xfrm>
            <a:off x="7489854" y="3639111"/>
            <a:ext cx="4473546" cy="523220"/>
          </a:xfrm>
          <a:prstGeom prst="rect">
            <a:avLst/>
          </a:prstGeom>
          <a:noFill/>
        </p:spPr>
        <p:txBody>
          <a:bodyPr wrap="square" rtlCol="0">
            <a:spAutoFit/>
          </a:bodyPr>
          <a:lstStyle/>
          <a:p>
            <a:r>
              <a:rPr lang="en-US" altLang="en-US" sz="1400" b="1" dirty="0">
                <a:solidFill>
                  <a:srgbClr val="7030A0"/>
                </a:solidFill>
                <a:cs typeface="Arial" charset="0"/>
              </a:rPr>
              <a:t>distance between last pattern character (m-1)and one of its first </a:t>
            </a:r>
            <a:r>
              <a:rPr lang="en-US" altLang="en-US" sz="1400" b="1" i="1" dirty="0">
                <a:solidFill>
                  <a:srgbClr val="7030A0"/>
                </a:solidFill>
                <a:latin typeface="Times New Roman" panose="02020603050405020304" pitchFamily="18" charset="0"/>
                <a:cs typeface="Times New Roman" panose="02020603050405020304" pitchFamily="18" charset="0"/>
              </a:rPr>
              <a:t>m</a:t>
            </a:r>
            <a:r>
              <a:rPr lang="en-US" altLang="en-US" sz="1400" b="1" dirty="0">
                <a:solidFill>
                  <a:srgbClr val="7030A0"/>
                </a:solidFill>
                <a:cs typeface="Arial" charset="0"/>
              </a:rPr>
              <a:t>-1 characters</a:t>
            </a:r>
            <a:endParaRPr lang="en-US" sz="1400" i="1"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126C2161-8E91-754B-A60E-A624D4C2546D}"/>
              </a:ext>
            </a:extLst>
          </p:cNvPr>
          <p:cNvPicPr>
            <a:picLocks noChangeAspect="1"/>
          </p:cNvPicPr>
          <p:nvPr/>
        </p:nvPicPr>
        <p:blipFill rotWithShape="1">
          <a:blip r:embed="rId4"/>
          <a:srcRect t="-1" b="59771"/>
          <a:stretch/>
        </p:blipFill>
        <p:spPr>
          <a:xfrm>
            <a:off x="2667000" y="4744700"/>
            <a:ext cx="9173524" cy="1601443"/>
          </a:xfrm>
          <a:prstGeom prst="rect">
            <a:avLst/>
          </a:prstGeom>
        </p:spPr>
      </p:pic>
    </p:spTree>
    <p:extLst>
      <p:ext uri="{BB962C8B-B14F-4D97-AF65-F5344CB8AC3E}">
        <p14:creationId xmlns:p14="http://schemas.microsoft.com/office/powerpoint/2010/main" val="15115943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title"/>
          </p:nvPr>
        </p:nvSpPr>
        <p:spPr>
          <a:xfrm>
            <a:off x="457200" y="338065"/>
            <a:ext cx="11065008" cy="500137"/>
          </a:xfrm>
          <a:prstGeom prst="rect">
            <a:avLst/>
          </a:prstGeom>
          <a:solidFill>
            <a:schemeClr val="bg1"/>
          </a:solidFill>
          <a:ln>
            <a:noFill/>
          </a:ln>
        </p:spPr>
        <p:txBody>
          <a:bodyPr vert="horz" wrap="square" lIns="0" tIns="0" rIns="0" bIns="0" numCol="1" rtlCol="0" anchor="ctr" anchorCtr="0" compatLnSpc="1">
            <a:prstTxWarp prst="textNoShape">
              <a:avLst/>
            </a:prstTxWarp>
            <a:spAutoFit/>
          </a:bodyPr>
          <a:lstStyle/>
          <a:p>
            <a:pPr marL="11527">
              <a:lnSpc>
                <a:spcPts val="3916"/>
              </a:lnSpc>
            </a:pPr>
            <a:r>
              <a:rPr lang="en-US" sz="3800" b="1" dirty="0" err="1">
                <a:solidFill>
                  <a:srgbClr val="0070C0"/>
                </a:solidFill>
              </a:rPr>
              <a:t>Horspool’s</a:t>
            </a:r>
            <a:r>
              <a:rPr lang="en-US" sz="3800" b="1" dirty="0">
                <a:solidFill>
                  <a:srgbClr val="0070C0"/>
                </a:solidFill>
              </a:rPr>
              <a:t> Algorithm, Contd.</a:t>
            </a:r>
            <a:r>
              <a:rPr lang="en-US" sz="3800" b="1" dirty="0">
                <a:solidFill>
                  <a:srgbClr val="FF0000"/>
                </a:solidFill>
              </a:rPr>
              <a:t> </a:t>
            </a:r>
            <a:endParaRPr sz="3800" b="1" dirty="0">
              <a:solidFill>
                <a:srgbClr val="FF0000"/>
              </a:solidFill>
            </a:endParaRPr>
          </a:p>
        </p:txBody>
      </p:sp>
      <p:sp>
        <p:nvSpPr>
          <p:cNvPr id="3" name="Slide Number Placeholder 2"/>
          <p:cNvSpPr>
            <a:spLocks noGrp="1"/>
          </p:cNvSpPr>
          <p:nvPr>
            <p:ph type="sldNum" sz="quarter" idx="4294967295"/>
          </p:nvPr>
        </p:nvSpPr>
        <p:spPr>
          <a:xfrm>
            <a:off x="8737600" y="6356351"/>
            <a:ext cx="2844800" cy="365125"/>
          </a:xfrm>
          <a:prstGeom prst="rect">
            <a:avLst/>
          </a:prstGeom>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C65781BD-3F4D-4CA7-A858-CE94DEA3B426}" type="slidenum">
              <a:rPr kumimoji="0" lang="en-US" sz="1800" b="0" i="0" u="none" strike="noStrike" kern="1200" cap="none" spc="0" normalizeH="0" baseline="0" noProof="0" smtClean="0">
                <a:ln>
                  <a:noFill/>
                </a:ln>
                <a:solidFill>
                  <a:srgbClr val="000000"/>
                </a:solidFill>
                <a:effectLst/>
                <a:uLnTx/>
                <a:uFillTx/>
                <a:latin typeface="Arial" charset="0"/>
                <a:ea typeface="ＭＳ Ｐゴシック"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11</a:t>
            </a:fld>
            <a:endParaRPr kumimoji="0" lang="en-US" sz="1800" b="0" i="0" u="none" strike="noStrike" kern="1200" cap="none" spc="0" normalizeH="0" baseline="0" noProof="0" dirty="0">
              <a:ln>
                <a:noFill/>
              </a:ln>
              <a:solidFill>
                <a:srgbClr val="000000"/>
              </a:solidFill>
              <a:effectLst/>
              <a:uLnTx/>
              <a:uFillTx/>
              <a:latin typeface="Arial" charset="0"/>
              <a:ea typeface="ＭＳ Ｐゴシック" pitchFamily="34" charset="-128"/>
              <a:cs typeface="+mn-cs"/>
            </a:endParaRPr>
          </a:p>
        </p:txBody>
      </p:sp>
      <p:pic>
        <p:nvPicPr>
          <p:cNvPr id="5" name="Picture 4">
            <a:extLst>
              <a:ext uri="{FF2B5EF4-FFF2-40B4-BE49-F238E27FC236}">
                <a16:creationId xmlns:a16="http://schemas.microsoft.com/office/drawing/2014/main" id="{674853D2-A03B-CEC2-AC35-D7E163071F0F}"/>
              </a:ext>
            </a:extLst>
          </p:cNvPr>
          <p:cNvPicPr>
            <a:picLocks noChangeAspect="1"/>
          </p:cNvPicPr>
          <p:nvPr/>
        </p:nvPicPr>
        <p:blipFill>
          <a:blip r:embed="rId3"/>
          <a:stretch>
            <a:fillRect/>
          </a:stretch>
        </p:blipFill>
        <p:spPr>
          <a:xfrm>
            <a:off x="457200" y="1127646"/>
            <a:ext cx="7501779" cy="4876800"/>
          </a:xfrm>
          <a:prstGeom prst="rect">
            <a:avLst/>
          </a:prstGeom>
        </p:spPr>
      </p:pic>
      <p:sp>
        <p:nvSpPr>
          <p:cNvPr id="7" name="TextBox 6">
            <a:extLst>
              <a:ext uri="{FF2B5EF4-FFF2-40B4-BE49-F238E27FC236}">
                <a16:creationId xmlns:a16="http://schemas.microsoft.com/office/drawing/2014/main" id="{FAF20D8A-9B5D-3BAB-9637-50A2C76798F1}"/>
              </a:ext>
            </a:extLst>
          </p:cNvPr>
          <p:cNvSpPr txBox="1"/>
          <p:nvPr/>
        </p:nvSpPr>
        <p:spPr>
          <a:xfrm>
            <a:off x="7772400" y="3200400"/>
            <a:ext cx="4114800" cy="276999"/>
          </a:xfrm>
          <a:prstGeom prst="rect">
            <a:avLst/>
          </a:prstGeom>
          <a:noFill/>
        </p:spPr>
        <p:txBody>
          <a:bodyPr wrap="square" rtlCol="0">
            <a:spAutoFit/>
          </a:bodyPr>
          <a:lstStyle/>
          <a:p>
            <a:r>
              <a:rPr lang="en-US" altLang="en-US" sz="1200" b="1" dirty="0">
                <a:solidFill>
                  <a:srgbClr val="00B050"/>
                </a:solidFill>
                <a:cs typeface="Arial" charset="0"/>
              </a:rPr>
              <a:t>the rightmost pattern character position</a:t>
            </a:r>
            <a:endParaRPr lang="en-US" sz="1200" i="1" dirty="0">
              <a:solidFill>
                <a:srgbClr val="00B050"/>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E42D856C-10F9-54F1-058B-273B58A00897}"/>
              </a:ext>
            </a:extLst>
          </p:cNvPr>
          <p:cNvSpPr txBox="1"/>
          <p:nvPr/>
        </p:nvSpPr>
        <p:spPr>
          <a:xfrm>
            <a:off x="2895600" y="3502223"/>
            <a:ext cx="8686800" cy="276999"/>
          </a:xfrm>
          <a:prstGeom prst="rect">
            <a:avLst/>
          </a:prstGeom>
          <a:noFill/>
        </p:spPr>
        <p:txBody>
          <a:bodyPr wrap="square" rtlCol="0">
            <a:spAutoFit/>
          </a:bodyPr>
          <a:lstStyle/>
          <a:p>
            <a:r>
              <a:rPr lang="en-US" altLang="en-US" sz="1200" b="1" dirty="0">
                <a:solidFill>
                  <a:srgbClr val="7030A0"/>
                </a:solidFill>
                <a:cs typeface="Arial" charset="0"/>
              </a:rPr>
              <a:t>While </a:t>
            </a:r>
            <a:r>
              <a:rPr lang="en-US" altLang="en-US" sz="1200" b="1" dirty="0">
                <a:solidFill>
                  <a:srgbClr val="00B050"/>
                </a:solidFill>
                <a:cs typeface="Arial" charset="0"/>
              </a:rPr>
              <a:t>the rightmost pattern character position </a:t>
            </a:r>
            <a:r>
              <a:rPr lang="en-US" altLang="en-US" sz="1200" b="1" dirty="0">
                <a:solidFill>
                  <a:srgbClr val="7030A0"/>
                </a:solidFill>
                <a:cs typeface="Arial" charset="0"/>
              </a:rPr>
              <a:t>does not reach beyond the text</a:t>
            </a:r>
            <a:endParaRPr lang="en-US" sz="1200" i="1"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9A2058F0-4131-358C-0D83-943E2B145913}"/>
              </a:ext>
            </a:extLst>
          </p:cNvPr>
          <p:cNvSpPr txBox="1"/>
          <p:nvPr/>
        </p:nvSpPr>
        <p:spPr>
          <a:xfrm>
            <a:off x="2133600" y="5742801"/>
            <a:ext cx="7620000" cy="276999"/>
          </a:xfrm>
          <a:prstGeom prst="rect">
            <a:avLst/>
          </a:prstGeom>
          <a:noFill/>
        </p:spPr>
        <p:txBody>
          <a:bodyPr wrap="square" rtlCol="0">
            <a:spAutoFit/>
          </a:bodyPr>
          <a:lstStyle/>
          <a:p>
            <a:r>
              <a:rPr lang="en-US" altLang="en-US" sz="1200" b="1" dirty="0">
                <a:solidFill>
                  <a:srgbClr val="7030A0"/>
                </a:solidFill>
                <a:cs typeface="Arial" charset="0"/>
              </a:rPr>
              <a:t>When </a:t>
            </a:r>
            <a:r>
              <a:rPr lang="en-US" altLang="en-US" sz="1200" b="1" dirty="0">
                <a:solidFill>
                  <a:srgbClr val="00B050"/>
                </a:solidFill>
                <a:cs typeface="Arial" charset="0"/>
              </a:rPr>
              <a:t>the rightmost pattern character position </a:t>
            </a:r>
            <a:r>
              <a:rPr lang="en-US" altLang="en-US" sz="1200" b="1" dirty="0">
                <a:solidFill>
                  <a:srgbClr val="7030A0"/>
                </a:solidFill>
                <a:cs typeface="Arial" charset="0"/>
              </a:rPr>
              <a:t>reaches beyond the text, no matching</a:t>
            </a:r>
            <a:endParaRPr lang="en-US" sz="1200" i="1" dirty="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3215BA86-A77D-4D73-8544-4028B8A3284B}"/>
              </a:ext>
            </a:extLst>
          </p:cNvPr>
          <p:cNvSpPr txBox="1"/>
          <p:nvPr/>
        </p:nvSpPr>
        <p:spPr>
          <a:xfrm>
            <a:off x="3962400" y="5406904"/>
            <a:ext cx="8153400" cy="461665"/>
          </a:xfrm>
          <a:prstGeom prst="rect">
            <a:avLst/>
          </a:prstGeom>
          <a:noFill/>
        </p:spPr>
        <p:txBody>
          <a:bodyPr wrap="square" rtlCol="0">
            <a:spAutoFit/>
          </a:bodyPr>
          <a:lstStyle/>
          <a:p>
            <a:r>
              <a:rPr lang="en-US" altLang="en-US" sz="1200" b="1" dirty="0">
                <a:solidFill>
                  <a:srgbClr val="7030A0"/>
                </a:solidFill>
                <a:cs typeface="Arial" charset="0"/>
              </a:rPr>
              <a:t>Otherwise, (mismatch), Shift </a:t>
            </a:r>
            <a:r>
              <a:rPr lang="en-US" altLang="en-US" sz="1200" b="1" dirty="0">
                <a:solidFill>
                  <a:srgbClr val="00B050"/>
                </a:solidFill>
                <a:cs typeface="Arial" charset="0"/>
              </a:rPr>
              <a:t>the rightmost pattern character position </a:t>
            </a:r>
            <a:r>
              <a:rPr lang="en-US" altLang="en-US" sz="1200" b="1" dirty="0">
                <a:solidFill>
                  <a:srgbClr val="7030A0"/>
                </a:solidFill>
                <a:cs typeface="Arial" charset="0"/>
              </a:rPr>
              <a:t>by the table entry indexed by the text character at this position</a:t>
            </a:r>
            <a:endParaRPr lang="en-US" sz="1200" i="1"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6950A298-84BF-34B0-711A-BE231D472DF9}"/>
              </a:ext>
            </a:extLst>
          </p:cNvPr>
          <p:cNvSpPr txBox="1"/>
          <p:nvPr/>
        </p:nvSpPr>
        <p:spPr>
          <a:xfrm>
            <a:off x="2362200" y="4800600"/>
            <a:ext cx="8153400" cy="276999"/>
          </a:xfrm>
          <a:prstGeom prst="rect">
            <a:avLst/>
          </a:prstGeom>
          <a:noFill/>
        </p:spPr>
        <p:txBody>
          <a:bodyPr wrap="square" rtlCol="0">
            <a:spAutoFit/>
          </a:bodyPr>
          <a:lstStyle/>
          <a:p>
            <a:r>
              <a:rPr lang="en-US" altLang="en-US" sz="1200" b="1" dirty="0">
                <a:solidFill>
                  <a:srgbClr val="7030A0"/>
                </a:solidFill>
                <a:cs typeface="Arial" charset="0"/>
              </a:rPr>
              <a:t>If all pattern characters are (matched)</a:t>
            </a:r>
            <a:endParaRPr lang="en-US" sz="1200" i="1" dirty="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DA842EFB-2BE4-1532-875A-37EB60F856E3}"/>
              </a:ext>
            </a:extLst>
          </p:cNvPr>
          <p:cNvSpPr txBox="1"/>
          <p:nvPr/>
        </p:nvSpPr>
        <p:spPr>
          <a:xfrm>
            <a:off x="3581400" y="5090044"/>
            <a:ext cx="8153400" cy="276999"/>
          </a:xfrm>
          <a:prstGeom prst="rect">
            <a:avLst/>
          </a:prstGeom>
          <a:noFill/>
        </p:spPr>
        <p:txBody>
          <a:bodyPr wrap="square" rtlCol="0">
            <a:spAutoFit/>
          </a:bodyPr>
          <a:lstStyle/>
          <a:p>
            <a:r>
              <a:rPr lang="en-US" altLang="en-US" sz="1200" b="1" dirty="0">
                <a:solidFill>
                  <a:srgbClr val="7030A0"/>
                </a:solidFill>
                <a:cs typeface="Arial" charset="0"/>
              </a:rPr>
              <a:t>return the leftmost position of the pattern</a:t>
            </a:r>
            <a:endParaRPr lang="en-US" sz="1200" i="1" dirty="0">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41F1AA6E-D8AC-8986-159C-10AE6226D190}"/>
              </a:ext>
            </a:extLst>
          </p:cNvPr>
          <p:cNvSpPr txBox="1"/>
          <p:nvPr/>
        </p:nvSpPr>
        <p:spPr>
          <a:xfrm>
            <a:off x="6438900" y="4066789"/>
            <a:ext cx="4191000" cy="461665"/>
          </a:xfrm>
          <a:prstGeom prst="rect">
            <a:avLst/>
          </a:prstGeom>
          <a:noFill/>
        </p:spPr>
        <p:txBody>
          <a:bodyPr wrap="square" rtlCol="0">
            <a:spAutoFit/>
          </a:bodyPr>
          <a:lstStyle/>
          <a:p>
            <a:r>
              <a:rPr lang="en-US" altLang="en-US" sz="1200" b="1" dirty="0">
                <a:solidFill>
                  <a:srgbClr val="7030A0"/>
                </a:solidFill>
                <a:cs typeface="Arial" charset="0"/>
              </a:rPr>
              <a:t>While the number of matched characters is smaller than the pattern length and there is a match </a:t>
            </a:r>
            <a:endParaRPr lang="en-US" sz="1200" i="1" dirty="0">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200C5486-E589-4336-E6D3-60C7470EFCD3}"/>
              </a:ext>
            </a:extLst>
          </p:cNvPr>
          <p:cNvSpPr txBox="1"/>
          <p:nvPr/>
        </p:nvSpPr>
        <p:spPr>
          <a:xfrm>
            <a:off x="2895600" y="4447401"/>
            <a:ext cx="8153400" cy="276999"/>
          </a:xfrm>
          <a:prstGeom prst="rect">
            <a:avLst/>
          </a:prstGeom>
          <a:noFill/>
        </p:spPr>
        <p:txBody>
          <a:bodyPr wrap="square" rtlCol="0">
            <a:spAutoFit/>
          </a:bodyPr>
          <a:lstStyle/>
          <a:p>
            <a:r>
              <a:rPr lang="en-US" altLang="en-US" sz="1200" b="1" dirty="0">
                <a:solidFill>
                  <a:srgbClr val="7030A0"/>
                </a:solidFill>
                <a:cs typeface="Arial" charset="0"/>
              </a:rPr>
              <a:t>Increment k with each match and use it to move right to left along the pattern and text</a:t>
            </a:r>
            <a:endParaRPr lang="en-US" sz="1200" i="1"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CE7ACD23-4D97-EE36-12EE-CECCA37479C4}"/>
              </a:ext>
            </a:extLst>
          </p:cNvPr>
          <p:cNvPicPr>
            <a:picLocks noChangeAspect="1"/>
          </p:cNvPicPr>
          <p:nvPr/>
        </p:nvPicPr>
        <p:blipFill rotWithShape="1">
          <a:blip r:embed="rId4"/>
          <a:srcRect t="-1" b="59771"/>
          <a:stretch/>
        </p:blipFill>
        <p:spPr>
          <a:xfrm>
            <a:off x="6438900" y="6059803"/>
            <a:ext cx="5448300" cy="796311"/>
          </a:xfrm>
          <a:prstGeom prst="rect">
            <a:avLst/>
          </a:prstGeom>
        </p:spPr>
      </p:pic>
    </p:spTree>
    <p:extLst>
      <p:ext uri="{BB962C8B-B14F-4D97-AF65-F5344CB8AC3E}">
        <p14:creationId xmlns:p14="http://schemas.microsoft.com/office/powerpoint/2010/main" val="34992048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title"/>
          </p:nvPr>
        </p:nvSpPr>
        <p:spPr>
          <a:xfrm>
            <a:off x="457200" y="338065"/>
            <a:ext cx="11065008" cy="500137"/>
          </a:xfrm>
          <a:prstGeom prst="rect">
            <a:avLst/>
          </a:prstGeom>
          <a:solidFill>
            <a:schemeClr val="bg1"/>
          </a:solidFill>
          <a:ln>
            <a:noFill/>
          </a:ln>
        </p:spPr>
        <p:txBody>
          <a:bodyPr vert="horz" wrap="square" lIns="0" tIns="0" rIns="0" bIns="0" numCol="1" rtlCol="0" anchor="ctr" anchorCtr="0" compatLnSpc="1">
            <a:prstTxWarp prst="textNoShape">
              <a:avLst/>
            </a:prstTxWarp>
            <a:spAutoFit/>
          </a:bodyPr>
          <a:lstStyle/>
          <a:p>
            <a:pPr marL="11527">
              <a:lnSpc>
                <a:spcPts val="3916"/>
              </a:lnSpc>
            </a:pPr>
            <a:r>
              <a:rPr lang="en-US" sz="3800" b="1" dirty="0">
                <a:solidFill>
                  <a:srgbClr val="00B050"/>
                </a:solidFill>
              </a:rPr>
              <a:t>Example 1</a:t>
            </a:r>
            <a:endParaRPr sz="3800" b="1" dirty="0">
              <a:solidFill>
                <a:srgbClr val="00B050"/>
              </a:solidFill>
            </a:endParaRPr>
          </a:p>
        </p:txBody>
      </p:sp>
      <p:sp>
        <p:nvSpPr>
          <p:cNvPr id="9" name="object 7">
            <a:extLst>
              <a:ext uri="{FF2B5EF4-FFF2-40B4-BE49-F238E27FC236}">
                <a16:creationId xmlns:a16="http://schemas.microsoft.com/office/drawing/2014/main" id="{ACB0B48A-560D-4839-8006-6097D80F76DB}"/>
              </a:ext>
            </a:extLst>
          </p:cNvPr>
          <p:cNvSpPr txBox="1">
            <a:spLocks/>
          </p:cNvSpPr>
          <p:nvPr/>
        </p:nvSpPr>
        <p:spPr bwMode="auto">
          <a:xfrm>
            <a:off x="457200" y="1228384"/>
            <a:ext cx="11430000" cy="75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lvl1pPr marL="342900" indent="-342900" algn="l" rtl="0" eaLnBrk="1" fontAlgn="base" hangingPunct="1">
              <a:spcBef>
                <a:spcPct val="20000"/>
              </a:spcBef>
              <a:spcAft>
                <a:spcPct val="0"/>
              </a:spcAft>
              <a:buSzPct val="75000"/>
              <a:buBlip>
                <a:blip r:embed="rId3"/>
              </a:buBlip>
              <a:defRPr sz="3200">
                <a:solidFill>
                  <a:schemeClr val="tx1"/>
                </a:solidFill>
                <a:latin typeface="+mn-lt"/>
                <a:ea typeface="ＭＳ Ｐゴシック" charset="0"/>
                <a:cs typeface="+mn-cs"/>
              </a:defRPr>
            </a:lvl1pPr>
            <a:lvl2pPr marL="742950" indent="-285750" algn="l" rtl="0" eaLnBrk="1" fontAlgn="base" hangingPunct="1">
              <a:spcBef>
                <a:spcPct val="20000"/>
              </a:spcBef>
              <a:spcAft>
                <a:spcPct val="0"/>
              </a:spcAft>
              <a:buSzPct val="65000"/>
              <a:buBlip>
                <a:blip r:embed="rId4"/>
              </a:buBlip>
              <a:defRPr sz="2800">
                <a:solidFill>
                  <a:srgbClr val="000050"/>
                </a:solidFill>
                <a:latin typeface="+mn-lt"/>
                <a:ea typeface="ＭＳ Ｐゴシック" charset="0"/>
              </a:defRPr>
            </a:lvl2pPr>
            <a:lvl3pPr marL="1143000" indent="-228600" algn="l" rtl="0" eaLnBrk="1" fontAlgn="base" hangingPunct="1">
              <a:spcBef>
                <a:spcPct val="20000"/>
              </a:spcBef>
              <a:spcAft>
                <a:spcPct val="0"/>
              </a:spcAft>
              <a:buSzPct val="65000"/>
              <a:buBlip>
                <a:blip r:embed="rId5"/>
              </a:buBlip>
              <a:defRPr sz="2400">
                <a:solidFill>
                  <a:schemeClr val="tx1"/>
                </a:solidFill>
                <a:latin typeface="+mn-lt"/>
                <a:ea typeface="ＭＳ Ｐゴシック" charset="0"/>
              </a:defRPr>
            </a:lvl3pPr>
            <a:lvl4pPr marL="1600200" indent="-228600" algn="l" rtl="0" eaLnBrk="1" fontAlgn="base" hangingPunct="1">
              <a:spcBef>
                <a:spcPct val="20000"/>
              </a:spcBef>
              <a:spcAft>
                <a:spcPct val="0"/>
              </a:spcAft>
              <a:buChar char="–"/>
              <a:defRPr sz="2000">
                <a:solidFill>
                  <a:schemeClr val="tx1"/>
                </a:solidFill>
                <a:latin typeface="+mn-lt"/>
                <a:ea typeface="ＭＳ Ｐゴシック" charset="0"/>
              </a:defRPr>
            </a:lvl4pPr>
            <a:lvl5pPr marL="2057400" indent="-228600" algn="l" rtl="0" eaLnBrk="1" fontAlgn="base" hangingPunct="1">
              <a:spcBef>
                <a:spcPct val="20000"/>
              </a:spcBef>
              <a:spcAft>
                <a:spcPct val="0"/>
              </a:spcAft>
              <a:buChar char="»"/>
              <a:defRPr sz="2000">
                <a:solidFill>
                  <a:schemeClr val="tx1"/>
                </a:solidFill>
                <a:latin typeface="+mn-lt"/>
                <a:ea typeface="ＭＳ Ｐゴシック"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marL="342900" marR="0" lvl="0" indent="-342900" algn="l" defTabSz="914400" rtl="0" eaLnBrk="1" fontAlgn="base" latinLnBrk="0" hangingPunct="1">
              <a:lnSpc>
                <a:spcPct val="100000"/>
              </a:lnSpc>
              <a:spcBef>
                <a:spcPct val="20000"/>
              </a:spcBef>
              <a:spcAft>
                <a:spcPct val="0"/>
              </a:spcAft>
              <a:buClr>
                <a:srgbClr val="FF6600"/>
              </a:buClr>
              <a:buSzPct val="75000"/>
              <a:buFontTx/>
              <a:buBlip>
                <a:blip r:embed="rId3"/>
              </a:buBlip>
              <a:tabLst>
                <a:tab pos="465671" algn="l"/>
              </a:tabLst>
              <a:defRPr/>
            </a:pPr>
            <a:r>
              <a:rPr kumimoji="0" lang="en-US" sz="2800" b="1" i="0" u="none" strike="noStrike" kern="1200" cap="none" spc="0" normalizeH="0" baseline="0" noProof="0" dirty="0">
                <a:ln>
                  <a:noFill/>
                </a:ln>
                <a:solidFill>
                  <a:srgbClr val="00B050"/>
                </a:solidFill>
                <a:effectLst/>
                <a:uLnTx/>
                <a:uFillTx/>
                <a:latin typeface="Arial"/>
                <a:ea typeface="ＭＳ Ｐゴシック" charset="0"/>
                <a:cs typeface="Arial" charset="0"/>
              </a:rPr>
              <a:t>Example 1</a:t>
            </a:r>
          </a:p>
          <a:p>
            <a:pPr marL="1070814" marR="4611" lvl="2" indent="-207477" algn="l" defTabSz="914400" rtl="0" eaLnBrk="1" fontAlgn="base" latinLnBrk="0" hangingPunct="1">
              <a:lnSpc>
                <a:spcPts val="1851"/>
              </a:lnSpc>
              <a:spcBef>
                <a:spcPts val="600"/>
              </a:spcBef>
              <a:spcAft>
                <a:spcPct val="0"/>
              </a:spcAft>
              <a:buClr>
                <a:srgbClr val="FF9900"/>
              </a:buClr>
              <a:buSzPct val="65000"/>
              <a:buFont typeface="Tahoma"/>
              <a:buChar char="•"/>
              <a:tabLst>
                <a:tab pos="1070814" algn="l"/>
              </a:tabLst>
              <a:defRPr/>
            </a:pPr>
            <a:endParaRPr kumimoji="0" lang="en-US" sz="2100" b="0" i="0" u="none" strike="noStrike" kern="1200" cap="none" spc="-9" normalizeH="0" baseline="0" noProof="0" dirty="0">
              <a:ln>
                <a:noFill/>
              </a:ln>
              <a:solidFill>
                <a:srgbClr val="000000"/>
              </a:solidFill>
              <a:effectLst/>
              <a:uLnTx/>
              <a:uFillTx/>
              <a:latin typeface="Tahoma"/>
              <a:ea typeface="ＭＳ Ｐゴシック" charset="0"/>
              <a:cs typeface="Tahoma"/>
            </a:endParaRPr>
          </a:p>
        </p:txBody>
      </p:sp>
      <p:pic>
        <p:nvPicPr>
          <p:cNvPr id="4" name="Picture 3">
            <a:extLst>
              <a:ext uri="{FF2B5EF4-FFF2-40B4-BE49-F238E27FC236}">
                <a16:creationId xmlns:a16="http://schemas.microsoft.com/office/drawing/2014/main" id="{9E41E8BE-8999-FA8A-B544-DE5CCA73970E}"/>
              </a:ext>
            </a:extLst>
          </p:cNvPr>
          <p:cNvPicPr>
            <a:picLocks noChangeAspect="1"/>
          </p:cNvPicPr>
          <p:nvPr/>
        </p:nvPicPr>
        <p:blipFill rotWithShape="1">
          <a:blip r:embed="rId6"/>
          <a:srcRect t="-1" b="44738"/>
          <a:stretch/>
        </p:blipFill>
        <p:spPr>
          <a:xfrm>
            <a:off x="14742" y="1295096"/>
            <a:ext cx="9173524" cy="3200399"/>
          </a:xfrm>
          <a:prstGeom prst="rect">
            <a:avLst/>
          </a:prstGeom>
        </p:spPr>
      </p:pic>
      <p:sp>
        <p:nvSpPr>
          <p:cNvPr id="5" name="Slide Number Placeholder 2">
            <a:extLst>
              <a:ext uri="{FF2B5EF4-FFF2-40B4-BE49-F238E27FC236}">
                <a16:creationId xmlns:a16="http://schemas.microsoft.com/office/drawing/2014/main" id="{8241A18A-F059-B1DD-9958-2CFAE3440D9B}"/>
              </a:ext>
            </a:extLst>
          </p:cNvPr>
          <p:cNvSpPr txBox="1">
            <a:spLocks/>
          </p:cNvSpPr>
          <p:nvPr/>
        </p:nvSpPr>
        <p:spPr>
          <a:xfrm>
            <a:off x="8737600" y="6356351"/>
            <a:ext cx="2844800" cy="365125"/>
          </a:xfrm>
          <a:prstGeom prst="rect">
            <a:avLst/>
          </a:prstGeom>
        </p:spPr>
        <p:txBody>
          <a:bodyPr/>
          <a:lstStyle>
            <a:defPPr>
              <a:defRPr lang="en-US"/>
            </a:defPPr>
            <a:lvl1pPr algn="l"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a:lstStyle>
          <a:p>
            <a:pPr algn="r">
              <a:defRPr/>
            </a:pPr>
            <a:fld id="{C65781BD-3F4D-4CA7-A858-CE94DEA3B426}" type="slidenum">
              <a:rPr lang="en-US" smtClean="0">
                <a:solidFill>
                  <a:srgbClr val="000000"/>
                </a:solidFill>
              </a:rPr>
              <a:pPr algn="r">
                <a:defRPr/>
              </a:pPr>
              <a:t>12</a:t>
            </a:fld>
            <a:endParaRPr lang="en-US" dirty="0">
              <a:solidFill>
                <a:srgbClr val="000000"/>
              </a:solidFill>
            </a:endParaRPr>
          </a:p>
        </p:txBody>
      </p:sp>
      <p:sp>
        <p:nvSpPr>
          <p:cNvPr id="8" name="TextBox 7">
            <a:extLst>
              <a:ext uri="{FF2B5EF4-FFF2-40B4-BE49-F238E27FC236}">
                <a16:creationId xmlns:a16="http://schemas.microsoft.com/office/drawing/2014/main" id="{1B1570D6-8DC2-EC4D-BD77-84BF201E4C6A}"/>
              </a:ext>
            </a:extLst>
          </p:cNvPr>
          <p:cNvSpPr txBox="1"/>
          <p:nvPr/>
        </p:nvSpPr>
        <p:spPr>
          <a:xfrm>
            <a:off x="9222133" y="1272115"/>
            <a:ext cx="2948631" cy="1754326"/>
          </a:xfrm>
          <a:prstGeom prst="rect">
            <a:avLst/>
          </a:prstGeom>
          <a:noFill/>
        </p:spPr>
        <p:txBody>
          <a:bodyPr wrap="square" rtlCol="0">
            <a:spAutoFit/>
          </a:bodyPr>
          <a:lstStyle/>
          <a:p>
            <a:r>
              <a:rPr lang="en-US" altLang="en-US" sz="1800" b="1" dirty="0">
                <a:solidFill>
                  <a:srgbClr val="7030A0"/>
                </a:solidFill>
                <a:cs typeface="Arial" charset="0"/>
              </a:rPr>
              <a:t>The entire length of the pattern BAOBAB is 6, so the shift </a:t>
            </a:r>
            <a:r>
              <a:rPr lang="en-US" altLang="en-US" b="1" dirty="0">
                <a:solidFill>
                  <a:srgbClr val="7030A0"/>
                </a:solidFill>
                <a:cs typeface="Arial" charset="0"/>
              </a:rPr>
              <a:t>size is 6 for all characters that are not </a:t>
            </a:r>
            <a:r>
              <a:rPr lang="en-US" altLang="en-US" sz="1800" b="1" dirty="0">
                <a:solidFill>
                  <a:srgbClr val="7030A0"/>
                </a:solidFill>
                <a:cs typeface="Arial" charset="0"/>
              </a:rPr>
              <a:t>among the first </a:t>
            </a:r>
            <a:r>
              <a:rPr lang="en-US" altLang="en-US" sz="1800" b="1" i="1" dirty="0">
                <a:solidFill>
                  <a:srgbClr val="7030A0"/>
                </a:solidFill>
                <a:latin typeface="Times New Roman" panose="02020603050405020304" pitchFamily="18" charset="0"/>
                <a:ea typeface="Tahoma" panose="020B0604030504040204" pitchFamily="34" charset="0"/>
                <a:cs typeface="Times New Roman" panose="02020603050405020304" pitchFamily="18" charset="0"/>
              </a:rPr>
              <a:t>m</a:t>
            </a:r>
            <a:r>
              <a:rPr lang="en-US" altLang="en-US" sz="1800" b="1" dirty="0">
                <a:solidFill>
                  <a:srgbClr val="7030A0"/>
                </a:solidFill>
                <a:cs typeface="Arial" charset="0"/>
              </a:rPr>
              <a:t>-1 characters of the pattern</a:t>
            </a:r>
            <a:endParaRPr lang="en-US" dirty="0"/>
          </a:p>
        </p:txBody>
      </p:sp>
      <p:sp>
        <p:nvSpPr>
          <p:cNvPr id="10" name="TextBox 9">
            <a:extLst>
              <a:ext uri="{FF2B5EF4-FFF2-40B4-BE49-F238E27FC236}">
                <a16:creationId xmlns:a16="http://schemas.microsoft.com/office/drawing/2014/main" id="{C834B46B-8470-B8D2-C3C9-5EEEC40EB883}"/>
              </a:ext>
            </a:extLst>
          </p:cNvPr>
          <p:cNvSpPr txBox="1"/>
          <p:nvPr/>
        </p:nvSpPr>
        <p:spPr>
          <a:xfrm>
            <a:off x="9273294" y="3352507"/>
            <a:ext cx="2846308" cy="3416320"/>
          </a:xfrm>
          <a:prstGeom prst="rect">
            <a:avLst/>
          </a:prstGeom>
          <a:noFill/>
        </p:spPr>
        <p:txBody>
          <a:bodyPr wrap="square" rtlCol="0">
            <a:spAutoFit/>
          </a:bodyPr>
          <a:lstStyle/>
          <a:p>
            <a:r>
              <a:rPr lang="en-US" altLang="en-US" sz="1800" b="1" dirty="0">
                <a:solidFill>
                  <a:srgbClr val="7030A0"/>
                </a:solidFill>
                <a:cs typeface="Arial" charset="0"/>
              </a:rPr>
              <a:t>The shift size for the other characters is the distance </a:t>
            </a:r>
            <a:r>
              <a:rPr lang="en-US" altLang="en-US" b="1" dirty="0">
                <a:solidFill>
                  <a:srgbClr val="7030A0"/>
                </a:solidFill>
                <a:cs typeface="Arial" charset="0"/>
              </a:rPr>
              <a:t>from the </a:t>
            </a:r>
            <a:r>
              <a:rPr lang="en-US" altLang="en-US" sz="1800" b="1" dirty="0">
                <a:solidFill>
                  <a:srgbClr val="7030A0"/>
                </a:solidFill>
                <a:cs typeface="Arial" charset="0"/>
              </a:rPr>
              <a:t>rightmost occurrence of the character among the first </a:t>
            </a:r>
            <a:r>
              <a:rPr lang="en-US" altLang="en-US" sz="1800" b="1" i="1" dirty="0">
                <a:solidFill>
                  <a:srgbClr val="7030A0"/>
                </a:solidFill>
                <a:latin typeface="Times New Roman" panose="02020603050405020304" pitchFamily="18" charset="0"/>
                <a:ea typeface="Tahoma" panose="020B0604030504040204" pitchFamily="34" charset="0"/>
                <a:cs typeface="Times New Roman" panose="02020603050405020304" pitchFamily="18" charset="0"/>
              </a:rPr>
              <a:t>m</a:t>
            </a:r>
            <a:r>
              <a:rPr lang="en-US" altLang="en-US" sz="1800" b="1" dirty="0">
                <a:solidFill>
                  <a:srgbClr val="7030A0"/>
                </a:solidFill>
                <a:cs typeface="Arial" charset="0"/>
              </a:rPr>
              <a:t>-1 characters of the pattern and </a:t>
            </a:r>
            <a:r>
              <a:rPr lang="en-US" altLang="en-US" b="1" dirty="0">
                <a:solidFill>
                  <a:srgbClr val="7030A0"/>
                </a:solidFill>
                <a:cs typeface="Arial" charset="0"/>
              </a:rPr>
              <a:t>the</a:t>
            </a:r>
            <a:r>
              <a:rPr lang="en-US" altLang="en-US" sz="1800" b="1" dirty="0">
                <a:solidFill>
                  <a:srgbClr val="7030A0"/>
                </a:solidFill>
                <a:cs typeface="Arial" charset="0"/>
              </a:rPr>
              <a:t> rightmost pattern character</a:t>
            </a:r>
          </a:p>
          <a:p>
            <a:r>
              <a:rPr lang="en-US" b="1" dirty="0">
                <a:solidFill>
                  <a:srgbClr val="7030A0"/>
                </a:solidFill>
                <a:cs typeface="Arial" charset="0"/>
              </a:rPr>
              <a:t>A: 1</a:t>
            </a:r>
          </a:p>
          <a:p>
            <a:r>
              <a:rPr lang="en-US" b="1" dirty="0">
                <a:solidFill>
                  <a:srgbClr val="7030A0"/>
                </a:solidFill>
                <a:cs typeface="Arial" charset="0"/>
              </a:rPr>
              <a:t>B: 2</a:t>
            </a:r>
          </a:p>
          <a:p>
            <a:r>
              <a:rPr lang="en-US" b="1" dirty="0">
                <a:solidFill>
                  <a:srgbClr val="7030A0"/>
                </a:solidFill>
                <a:cs typeface="Arial" charset="0"/>
              </a:rPr>
              <a:t>O: 3</a:t>
            </a:r>
            <a:endParaRPr lang="en-US" dirty="0"/>
          </a:p>
        </p:txBody>
      </p:sp>
    </p:spTree>
    <p:extLst>
      <p:ext uri="{BB962C8B-B14F-4D97-AF65-F5344CB8AC3E}">
        <p14:creationId xmlns:p14="http://schemas.microsoft.com/office/powerpoint/2010/main" val="37300418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title"/>
          </p:nvPr>
        </p:nvSpPr>
        <p:spPr>
          <a:xfrm>
            <a:off x="457200" y="338065"/>
            <a:ext cx="11065008" cy="500137"/>
          </a:xfrm>
          <a:prstGeom prst="rect">
            <a:avLst/>
          </a:prstGeom>
          <a:solidFill>
            <a:schemeClr val="bg1"/>
          </a:solidFill>
          <a:ln>
            <a:noFill/>
          </a:ln>
        </p:spPr>
        <p:txBody>
          <a:bodyPr vert="horz" wrap="square" lIns="0" tIns="0" rIns="0" bIns="0" numCol="1" rtlCol="0" anchor="ctr" anchorCtr="0" compatLnSpc="1">
            <a:prstTxWarp prst="textNoShape">
              <a:avLst/>
            </a:prstTxWarp>
            <a:spAutoFit/>
          </a:bodyPr>
          <a:lstStyle/>
          <a:p>
            <a:pPr marL="11527">
              <a:lnSpc>
                <a:spcPts val="3916"/>
              </a:lnSpc>
            </a:pPr>
            <a:r>
              <a:rPr lang="en-US" sz="3800" b="1" dirty="0">
                <a:solidFill>
                  <a:srgbClr val="00B050"/>
                </a:solidFill>
              </a:rPr>
              <a:t>Example 2</a:t>
            </a:r>
            <a:endParaRPr sz="3800" b="1" dirty="0">
              <a:solidFill>
                <a:srgbClr val="00B050"/>
              </a:solidFill>
            </a:endParaRPr>
          </a:p>
        </p:txBody>
      </p:sp>
      <p:sp>
        <p:nvSpPr>
          <p:cNvPr id="9" name="object 7">
            <a:extLst>
              <a:ext uri="{FF2B5EF4-FFF2-40B4-BE49-F238E27FC236}">
                <a16:creationId xmlns:a16="http://schemas.microsoft.com/office/drawing/2014/main" id="{ACB0B48A-560D-4839-8006-6097D80F76DB}"/>
              </a:ext>
            </a:extLst>
          </p:cNvPr>
          <p:cNvSpPr txBox="1">
            <a:spLocks/>
          </p:cNvSpPr>
          <p:nvPr/>
        </p:nvSpPr>
        <p:spPr bwMode="auto">
          <a:xfrm>
            <a:off x="457200" y="1228384"/>
            <a:ext cx="11430000" cy="75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lvl1pPr marL="342900" indent="-342900" algn="l" rtl="0" eaLnBrk="1" fontAlgn="base" hangingPunct="1">
              <a:spcBef>
                <a:spcPct val="20000"/>
              </a:spcBef>
              <a:spcAft>
                <a:spcPct val="0"/>
              </a:spcAft>
              <a:buSzPct val="75000"/>
              <a:buBlip>
                <a:blip r:embed="rId3"/>
              </a:buBlip>
              <a:defRPr sz="3200">
                <a:solidFill>
                  <a:schemeClr val="tx1"/>
                </a:solidFill>
                <a:latin typeface="+mn-lt"/>
                <a:ea typeface="ＭＳ Ｐゴシック" charset="0"/>
                <a:cs typeface="+mn-cs"/>
              </a:defRPr>
            </a:lvl1pPr>
            <a:lvl2pPr marL="742950" indent="-285750" algn="l" rtl="0" eaLnBrk="1" fontAlgn="base" hangingPunct="1">
              <a:spcBef>
                <a:spcPct val="20000"/>
              </a:spcBef>
              <a:spcAft>
                <a:spcPct val="0"/>
              </a:spcAft>
              <a:buSzPct val="65000"/>
              <a:buBlip>
                <a:blip r:embed="rId4"/>
              </a:buBlip>
              <a:defRPr sz="2800">
                <a:solidFill>
                  <a:srgbClr val="000050"/>
                </a:solidFill>
                <a:latin typeface="+mn-lt"/>
                <a:ea typeface="ＭＳ Ｐゴシック" charset="0"/>
              </a:defRPr>
            </a:lvl2pPr>
            <a:lvl3pPr marL="1143000" indent="-228600" algn="l" rtl="0" eaLnBrk="1" fontAlgn="base" hangingPunct="1">
              <a:spcBef>
                <a:spcPct val="20000"/>
              </a:spcBef>
              <a:spcAft>
                <a:spcPct val="0"/>
              </a:spcAft>
              <a:buSzPct val="65000"/>
              <a:buBlip>
                <a:blip r:embed="rId5"/>
              </a:buBlip>
              <a:defRPr sz="2400">
                <a:solidFill>
                  <a:schemeClr val="tx1"/>
                </a:solidFill>
                <a:latin typeface="+mn-lt"/>
                <a:ea typeface="ＭＳ Ｐゴシック" charset="0"/>
              </a:defRPr>
            </a:lvl3pPr>
            <a:lvl4pPr marL="1600200" indent="-228600" algn="l" rtl="0" eaLnBrk="1" fontAlgn="base" hangingPunct="1">
              <a:spcBef>
                <a:spcPct val="20000"/>
              </a:spcBef>
              <a:spcAft>
                <a:spcPct val="0"/>
              </a:spcAft>
              <a:buChar char="–"/>
              <a:defRPr sz="2000">
                <a:solidFill>
                  <a:schemeClr val="tx1"/>
                </a:solidFill>
                <a:latin typeface="+mn-lt"/>
                <a:ea typeface="ＭＳ Ｐゴシック" charset="0"/>
              </a:defRPr>
            </a:lvl4pPr>
            <a:lvl5pPr marL="2057400" indent="-228600" algn="l" rtl="0" eaLnBrk="1" fontAlgn="base" hangingPunct="1">
              <a:spcBef>
                <a:spcPct val="20000"/>
              </a:spcBef>
              <a:spcAft>
                <a:spcPct val="0"/>
              </a:spcAft>
              <a:buChar char="»"/>
              <a:defRPr sz="2000">
                <a:solidFill>
                  <a:schemeClr val="tx1"/>
                </a:solidFill>
                <a:latin typeface="+mn-lt"/>
                <a:ea typeface="ＭＳ Ｐゴシック"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marL="342900" marR="0" lvl="0" indent="-342900" algn="l" defTabSz="914400" rtl="0" eaLnBrk="1" fontAlgn="base" latinLnBrk="0" hangingPunct="1">
              <a:lnSpc>
                <a:spcPct val="100000"/>
              </a:lnSpc>
              <a:spcBef>
                <a:spcPct val="20000"/>
              </a:spcBef>
              <a:spcAft>
                <a:spcPct val="0"/>
              </a:spcAft>
              <a:buClr>
                <a:srgbClr val="FF6600"/>
              </a:buClr>
              <a:buSzPct val="75000"/>
              <a:buFontTx/>
              <a:buBlip>
                <a:blip r:embed="rId3"/>
              </a:buBlip>
              <a:tabLst>
                <a:tab pos="465671" algn="l"/>
              </a:tabLst>
              <a:defRPr/>
            </a:pPr>
            <a:r>
              <a:rPr kumimoji="0" lang="en-US" sz="2800" b="1" i="0" u="none" strike="noStrike" kern="1200" cap="none" spc="0" normalizeH="0" baseline="0" noProof="0" dirty="0">
                <a:ln>
                  <a:noFill/>
                </a:ln>
                <a:solidFill>
                  <a:srgbClr val="00B050"/>
                </a:solidFill>
                <a:effectLst/>
                <a:uLnTx/>
                <a:uFillTx/>
                <a:latin typeface="Arial"/>
                <a:ea typeface="ＭＳ Ｐゴシック" charset="0"/>
                <a:cs typeface="Arial" charset="0"/>
              </a:rPr>
              <a:t>Example</a:t>
            </a:r>
          </a:p>
          <a:p>
            <a:pPr marL="1070814" marR="4611" lvl="2" indent="-207477" algn="l" defTabSz="914400" rtl="0" eaLnBrk="1" fontAlgn="base" latinLnBrk="0" hangingPunct="1">
              <a:lnSpc>
                <a:spcPts val="1851"/>
              </a:lnSpc>
              <a:spcBef>
                <a:spcPts val="600"/>
              </a:spcBef>
              <a:spcAft>
                <a:spcPct val="0"/>
              </a:spcAft>
              <a:buClr>
                <a:srgbClr val="FF9900"/>
              </a:buClr>
              <a:buSzPct val="65000"/>
              <a:buFont typeface="Tahoma"/>
              <a:buChar char="•"/>
              <a:tabLst>
                <a:tab pos="1070814" algn="l"/>
              </a:tabLst>
              <a:defRPr/>
            </a:pPr>
            <a:endParaRPr kumimoji="0" lang="en-US" sz="2100" b="0" i="0" u="none" strike="noStrike" kern="1200" cap="none" spc="-9" normalizeH="0" baseline="0" noProof="0" dirty="0">
              <a:ln>
                <a:noFill/>
              </a:ln>
              <a:solidFill>
                <a:srgbClr val="000000"/>
              </a:solidFill>
              <a:effectLst/>
              <a:uLnTx/>
              <a:uFillTx/>
              <a:latin typeface="Tahoma"/>
              <a:ea typeface="ＭＳ Ｐゴシック" charset="0"/>
              <a:cs typeface="Tahoma"/>
            </a:endParaRPr>
          </a:p>
        </p:txBody>
      </p:sp>
      <p:pic>
        <p:nvPicPr>
          <p:cNvPr id="4" name="Picture 3">
            <a:extLst>
              <a:ext uri="{FF2B5EF4-FFF2-40B4-BE49-F238E27FC236}">
                <a16:creationId xmlns:a16="http://schemas.microsoft.com/office/drawing/2014/main" id="{9E41E8BE-8999-FA8A-B544-DE5CCA73970E}"/>
              </a:ext>
            </a:extLst>
          </p:cNvPr>
          <p:cNvPicPr>
            <a:picLocks noChangeAspect="1"/>
          </p:cNvPicPr>
          <p:nvPr/>
        </p:nvPicPr>
        <p:blipFill rotWithShape="1">
          <a:blip r:embed="rId6"/>
          <a:srcRect t="56579" r="19407"/>
          <a:stretch/>
        </p:blipFill>
        <p:spPr>
          <a:xfrm>
            <a:off x="74370" y="1228384"/>
            <a:ext cx="8915360" cy="2613662"/>
          </a:xfrm>
          <a:prstGeom prst="rect">
            <a:avLst/>
          </a:prstGeom>
        </p:spPr>
      </p:pic>
      <p:sp>
        <p:nvSpPr>
          <p:cNvPr id="5" name="Slide Number Placeholder 2">
            <a:extLst>
              <a:ext uri="{FF2B5EF4-FFF2-40B4-BE49-F238E27FC236}">
                <a16:creationId xmlns:a16="http://schemas.microsoft.com/office/drawing/2014/main" id="{8241A18A-F059-B1DD-9958-2CFAE3440D9B}"/>
              </a:ext>
            </a:extLst>
          </p:cNvPr>
          <p:cNvSpPr txBox="1">
            <a:spLocks/>
          </p:cNvSpPr>
          <p:nvPr/>
        </p:nvSpPr>
        <p:spPr>
          <a:xfrm>
            <a:off x="8737600" y="6356351"/>
            <a:ext cx="2844800" cy="365125"/>
          </a:xfrm>
          <a:prstGeom prst="rect">
            <a:avLst/>
          </a:prstGeom>
        </p:spPr>
        <p:txBody>
          <a:bodyPr/>
          <a:lstStyle>
            <a:defPPr>
              <a:defRPr lang="en-US"/>
            </a:defPPr>
            <a:lvl1pPr algn="l"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a:lstStyle>
          <a:p>
            <a:pPr algn="r">
              <a:defRPr/>
            </a:pPr>
            <a:fld id="{C65781BD-3F4D-4CA7-A858-CE94DEA3B426}" type="slidenum">
              <a:rPr lang="en-US" smtClean="0">
                <a:solidFill>
                  <a:srgbClr val="000000"/>
                </a:solidFill>
              </a:rPr>
              <a:pPr algn="r">
                <a:defRPr/>
              </a:pPr>
              <a:t>13</a:t>
            </a:fld>
            <a:endParaRPr lang="en-US" dirty="0">
              <a:solidFill>
                <a:srgbClr val="000000"/>
              </a:solidFill>
            </a:endParaRPr>
          </a:p>
        </p:txBody>
      </p:sp>
      <p:sp>
        <p:nvSpPr>
          <p:cNvPr id="8" name="TextBox 7">
            <a:extLst>
              <a:ext uri="{FF2B5EF4-FFF2-40B4-BE49-F238E27FC236}">
                <a16:creationId xmlns:a16="http://schemas.microsoft.com/office/drawing/2014/main" id="{1B1570D6-8DC2-EC4D-BD77-84BF201E4C6A}"/>
              </a:ext>
            </a:extLst>
          </p:cNvPr>
          <p:cNvSpPr txBox="1"/>
          <p:nvPr/>
        </p:nvSpPr>
        <p:spPr>
          <a:xfrm>
            <a:off x="9222133" y="1272115"/>
            <a:ext cx="2948631" cy="1754326"/>
          </a:xfrm>
          <a:prstGeom prst="rect">
            <a:avLst/>
          </a:prstGeom>
          <a:noFill/>
        </p:spPr>
        <p:txBody>
          <a:bodyPr wrap="square" rtlCol="0">
            <a:spAutoFit/>
          </a:bodyPr>
          <a:lstStyle/>
          <a:p>
            <a:r>
              <a:rPr lang="en-US" altLang="en-US" sz="1800" b="1" dirty="0">
                <a:solidFill>
                  <a:srgbClr val="7030A0"/>
                </a:solidFill>
                <a:cs typeface="Arial" charset="0"/>
              </a:rPr>
              <a:t>The entire length of the pattern </a:t>
            </a:r>
            <a:r>
              <a:rPr lang="en-US" altLang="ko-KR" b="1" dirty="0">
                <a:solidFill>
                  <a:srgbClr val="7030A0"/>
                </a:solidFill>
                <a:cs typeface="Arial" charset="0"/>
              </a:rPr>
              <a:t>BARBER</a:t>
            </a:r>
            <a:r>
              <a:rPr lang="en-US" altLang="en-US" sz="1800" b="1" dirty="0">
                <a:solidFill>
                  <a:srgbClr val="7030A0"/>
                </a:solidFill>
                <a:cs typeface="Arial" charset="0"/>
              </a:rPr>
              <a:t> is 6, so the shift </a:t>
            </a:r>
            <a:r>
              <a:rPr lang="en-US" altLang="en-US" b="1" dirty="0">
                <a:solidFill>
                  <a:srgbClr val="7030A0"/>
                </a:solidFill>
                <a:cs typeface="Arial" charset="0"/>
              </a:rPr>
              <a:t>size is 6 for all characters that are not </a:t>
            </a:r>
            <a:r>
              <a:rPr lang="en-US" altLang="en-US" sz="1800" b="1" dirty="0">
                <a:solidFill>
                  <a:srgbClr val="7030A0"/>
                </a:solidFill>
                <a:cs typeface="Arial" charset="0"/>
              </a:rPr>
              <a:t>among the first </a:t>
            </a:r>
            <a:r>
              <a:rPr lang="en-US" altLang="en-US" sz="1800" b="1" i="1" dirty="0">
                <a:solidFill>
                  <a:srgbClr val="7030A0"/>
                </a:solidFill>
                <a:latin typeface="Times New Roman" panose="02020603050405020304" pitchFamily="18" charset="0"/>
                <a:ea typeface="Tahoma" panose="020B0604030504040204" pitchFamily="34" charset="0"/>
                <a:cs typeface="Times New Roman" panose="02020603050405020304" pitchFamily="18" charset="0"/>
              </a:rPr>
              <a:t>m</a:t>
            </a:r>
            <a:r>
              <a:rPr lang="en-US" altLang="en-US" sz="1800" b="1" dirty="0">
                <a:solidFill>
                  <a:srgbClr val="7030A0"/>
                </a:solidFill>
                <a:cs typeface="Arial" charset="0"/>
              </a:rPr>
              <a:t>-1 characters of the pattern</a:t>
            </a:r>
            <a:endParaRPr lang="en-US" dirty="0"/>
          </a:p>
        </p:txBody>
      </p:sp>
      <p:sp>
        <p:nvSpPr>
          <p:cNvPr id="10" name="TextBox 9">
            <a:extLst>
              <a:ext uri="{FF2B5EF4-FFF2-40B4-BE49-F238E27FC236}">
                <a16:creationId xmlns:a16="http://schemas.microsoft.com/office/drawing/2014/main" id="{C834B46B-8470-B8D2-C3C9-5EEEC40EB883}"/>
              </a:ext>
            </a:extLst>
          </p:cNvPr>
          <p:cNvSpPr txBox="1"/>
          <p:nvPr/>
        </p:nvSpPr>
        <p:spPr>
          <a:xfrm>
            <a:off x="9271322" y="3180239"/>
            <a:ext cx="2846308" cy="3693319"/>
          </a:xfrm>
          <a:prstGeom prst="rect">
            <a:avLst/>
          </a:prstGeom>
          <a:noFill/>
        </p:spPr>
        <p:txBody>
          <a:bodyPr wrap="square" rtlCol="0">
            <a:spAutoFit/>
          </a:bodyPr>
          <a:lstStyle/>
          <a:p>
            <a:r>
              <a:rPr lang="en-US" altLang="en-US" sz="1800" b="1" dirty="0">
                <a:solidFill>
                  <a:srgbClr val="7030A0"/>
                </a:solidFill>
                <a:cs typeface="Arial" charset="0"/>
              </a:rPr>
              <a:t>The shift size for the other characters is the distance </a:t>
            </a:r>
            <a:r>
              <a:rPr lang="en-US" altLang="en-US" b="1" dirty="0">
                <a:solidFill>
                  <a:srgbClr val="7030A0"/>
                </a:solidFill>
                <a:cs typeface="Arial" charset="0"/>
              </a:rPr>
              <a:t>from the </a:t>
            </a:r>
            <a:r>
              <a:rPr lang="en-US" altLang="en-US" sz="1800" b="1" dirty="0">
                <a:solidFill>
                  <a:srgbClr val="7030A0"/>
                </a:solidFill>
                <a:cs typeface="Arial" charset="0"/>
              </a:rPr>
              <a:t>rightmost occurrence of the character among the first </a:t>
            </a:r>
            <a:r>
              <a:rPr lang="en-US" altLang="en-US" sz="1800" b="1" i="1" dirty="0">
                <a:solidFill>
                  <a:srgbClr val="7030A0"/>
                </a:solidFill>
                <a:latin typeface="Times New Roman" panose="02020603050405020304" pitchFamily="18" charset="0"/>
                <a:ea typeface="Tahoma" panose="020B0604030504040204" pitchFamily="34" charset="0"/>
                <a:cs typeface="Times New Roman" panose="02020603050405020304" pitchFamily="18" charset="0"/>
              </a:rPr>
              <a:t>m</a:t>
            </a:r>
            <a:r>
              <a:rPr lang="en-US" altLang="en-US" sz="1800" b="1" dirty="0">
                <a:solidFill>
                  <a:srgbClr val="7030A0"/>
                </a:solidFill>
                <a:cs typeface="Arial" charset="0"/>
              </a:rPr>
              <a:t>-1 characters of the pattern and </a:t>
            </a:r>
            <a:r>
              <a:rPr lang="en-US" altLang="en-US" b="1" dirty="0">
                <a:solidFill>
                  <a:srgbClr val="7030A0"/>
                </a:solidFill>
                <a:cs typeface="Arial" charset="0"/>
              </a:rPr>
              <a:t>the</a:t>
            </a:r>
            <a:r>
              <a:rPr lang="en-US" altLang="en-US" sz="1800" b="1" dirty="0">
                <a:solidFill>
                  <a:srgbClr val="7030A0"/>
                </a:solidFill>
                <a:cs typeface="Arial" charset="0"/>
              </a:rPr>
              <a:t> rightmost pattern character</a:t>
            </a:r>
          </a:p>
          <a:p>
            <a:r>
              <a:rPr lang="en-US" b="1" dirty="0">
                <a:solidFill>
                  <a:srgbClr val="7030A0"/>
                </a:solidFill>
                <a:cs typeface="Arial" charset="0"/>
              </a:rPr>
              <a:t>E: 1</a:t>
            </a:r>
          </a:p>
          <a:p>
            <a:r>
              <a:rPr lang="en-US" b="1" dirty="0">
                <a:solidFill>
                  <a:srgbClr val="7030A0"/>
                </a:solidFill>
                <a:cs typeface="Arial" charset="0"/>
              </a:rPr>
              <a:t>B: 2</a:t>
            </a:r>
          </a:p>
          <a:p>
            <a:r>
              <a:rPr lang="en-US" b="1" dirty="0">
                <a:solidFill>
                  <a:srgbClr val="7030A0"/>
                </a:solidFill>
                <a:cs typeface="Arial" charset="0"/>
              </a:rPr>
              <a:t>R: 3</a:t>
            </a:r>
          </a:p>
          <a:p>
            <a:r>
              <a:rPr lang="en-US" b="1" dirty="0">
                <a:solidFill>
                  <a:srgbClr val="7030A0"/>
                </a:solidFill>
                <a:cs typeface="Arial" charset="0"/>
              </a:rPr>
              <a:t>A: 4</a:t>
            </a:r>
            <a:endParaRPr lang="en-US" dirty="0"/>
          </a:p>
        </p:txBody>
      </p:sp>
      <p:sp>
        <p:nvSpPr>
          <p:cNvPr id="11" name="TextBox 10">
            <a:extLst>
              <a:ext uri="{FF2B5EF4-FFF2-40B4-BE49-F238E27FC236}">
                <a16:creationId xmlns:a16="http://schemas.microsoft.com/office/drawing/2014/main" id="{B390C8F0-67B7-881D-72D6-E5604FA1B908}"/>
              </a:ext>
            </a:extLst>
          </p:cNvPr>
          <p:cNvSpPr txBox="1"/>
          <p:nvPr/>
        </p:nvSpPr>
        <p:spPr>
          <a:xfrm>
            <a:off x="685800" y="2514600"/>
            <a:ext cx="8051800" cy="369332"/>
          </a:xfrm>
          <a:prstGeom prst="rect">
            <a:avLst/>
          </a:prstGeom>
          <a:noFill/>
        </p:spPr>
        <p:txBody>
          <a:bodyPr wrap="square" rtlCol="0">
            <a:spAutoFit/>
          </a:bodyPr>
          <a:lstStyle/>
          <a:p>
            <a:r>
              <a:rPr lang="en-US" dirty="0"/>
              <a:t>                      </a:t>
            </a:r>
            <a:r>
              <a:rPr lang="en-US" sz="1400" b="1" dirty="0">
                <a:solidFill>
                  <a:srgbClr val="00B050"/>
                </a:solidFill>
              </a:rPr>
              <a:t>4</a:t>
            </a:r>
            <a:r>
              <a:rPr lang="en-US" sz="1600" b="1" dirty="0">
                <a:solidFill>
                  <a:srgbClr val="00B050"/>
                </a:solidFill>
              </a:rPr>
              <a:t>                     </a:t>
            </a:r>
            <a:r>
              <a:rPr lang="en-US" sz="1400" b="1" dirty="0">
                <a:solidFill>
                  <a:srgbClr val="00B050"/>
                </a:solidFill>
              </a:rPr>
              <a:t>1    6                                     2          3 </a:t>
            </a:r>
            <a:endParaRPr lang="en-US" b="1" dirty="0">
              <a:solidFill>
                <a:srgbClr val="00B050"/>
              </a:solidFill>
            </a:endParaRPr>
          </a:p>
        </p:txBody>
      </p:sp>
    </p:spTree>
    <p:extLst>
      <p:ext uri="{BB962C8B-B14F-4D97-AF65-F5344CB8AC3E}">
        <p14:creationId xmlns:p14="http://schemas.microsoft.com/office/powerpoint/2010/main" val="28614898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5ADBABA-AD23-4E8E-ACD7-D9C2BBCED46C}"/>
              </a:ext>
            </a:extLst>
          </p:cNvPr>
          <p:cNvSpPr/>
          <p:nvPr/>
        </p:nvSpPr>
        <p:spPr>
          <a:xfrm>
            <a:off x="0" y="0"/>
            <a:ext cx="12192000"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lang="en-US" sz="7200" b="1" dirty="0">
                <a:solidFill>
                  <a:srgbClr val="FF0000"/>
                </a:solidFill>
                <a:latin typeface="Arial"/>
              </a:rPr>
              <a:t>Hashing</a:t>
            </a:r>
            <a:endParaRPr kumimoji="0" lang="en-US" sz="7200" b="1" i="0" u="none" strike="noStrike" kern="1200" cap="none" spc="0" normalizeH="0" baseline="0" noProof="0" dirty="0">
              <a:ln>
                <a:noFill/>
              </a:ln>
              <a:solidFill>
                <a:srgbClr val="FF0000"/>
              </a:solidFill>
              <a:effectLst/>
              <a:uLnTx/>
              <a:uFillTx/>
              <a:latin typeface="Arial"/>
              <a:ea typeface="+mn-ea"/>
              <a:cs typeface="+mn-cs"/>
            </a:endParaRPr>
          </a:p>
        </p:txBody>
      </p:sp>
    </p:spTree>
    <p:extLst>
      <p:ext uri="{BB962C8B-B14F-4D97-AF65-F5344CB8AC3E}">
        <p14:creationId xmlns:p14="http://schemas.microsoft.com/office/powerpoint/2010/main" val="19552867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title"/>
          </p:nvPr>
        </p:nvSpPr>
        <p:spPr>
          <a:xfrm>
            <a:off x="457200" y="338065"/>
            <a:ext cx="11065008" cy="500137"/>
          </a:xfrm>
          <a:prstGeom prst="rect">
            <a:avLst/>
          </a:prstGeom>
          <a:noFill/>
          <a:ln>
            <a:noFill/>
          </a:ln>
        </p:spPr>
        <p:txBody>
          <a:bodyPr vert="horz" wrap="square" lIns="0" tIns="0" rIns="0" bIns="0" numCol="1" rtlCol="0" anchor="ctr" anchorCtr="0" compatLnSpc="1">
            <a:prstTxWarp prst="textNoShape">
              <a:avLst/>
            </a:prstTxWarp>
            <a:spAutoFit/>
          </a:bodyPr>
          <a:lstStyle/>
          <a:p>
            <a:pPr marL="11527">
              <a:lnSpc>
                <a:spcPts val="3916"/>
              </a:lnSpc>
            </a:pPr>
            <a:r>
              <a:rPr lang="en-US" sz="4000" b="1" dirty="0">
                <a:solidFill>
                  <a:srgbClr val="FF0000"/>
                </a:solidFill>
              </a:rPr>
              <a:t>Dictionary</a:t>
            </a:r>
            <a:endParaRPr sz="4000" b="1" spc="-18" dirty="0">
              <a:solidFill>
                <a:srgbClr val="FF0000"/>
              </a:solidFill>
            </a:endParaRPr>
          </a:p>
        </p:txBody>
      </p:sp>
      <p:sp>
        <p:nvSpPr>
          <p:cNvPr id="3" name="Slide Number Placeholder 2"/>
          <p:cNvSpPr>
            <a:spLocks noGrp="1"/>
          </p:cNvSpPr>
          <p:nvPr>
            <p:ph type="sldNum" sz="quarter" idx="4294967295"/>
          </p:nvPr>
        </p:nvSpPr>
        <p:spPr>
          <a:xfrm>
            <a:off x="8737600" y="6356351"/>
            <a:ext cx="2844800" cy="365125"/>
          </a:xfrm>
          <a:prstGeom prst="rect">
            <a:avLst/>
          </a:prstGeom>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C65781BD-3F4D-4CA7-A858-CE94DEA3B426}" type="slidenum">
              <a:rPr kumimoji="0" lang="en-US" sz="1800" b="0" i="0" u="none" strike="noStrike" kern="1200" cap="none" spc="0" normalizeH="0" baseline="0" noProof="0" smtClean="0">
                <a:ln>
                  <a:noFill/>
                </a:ln>
                <a:solidFill>
                  <a:srgbClr val="000000"/>
                </a:solidFill>
                <a:effectLst/>
                <a:uLnTx/>
                <a:uFillTx/>
                <a:latin typeface="Arial" charset="0"/>
                <a:ea typeface="ＭＳ Ｐゴシック"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15</a:t>
            </a:fld>
            <a:endParaRPr kumimoji="0" lang="en-US" sz="1800" b="0" i="0" u="none" strike="noStrike" kern="1200" cap="none" spc="0" normalizeH="0" baseline="0" noProof="0" dirty="0">
              <a:ln>
                <a:noFill/>
              </a:ln>
              <a:solidFill>
                <a:srgbClr val="000000"/>
              </a:solidFill>
              <a:effectLst/>
              <a:uLnTx/>
              <a:uFillTx/>
              <a:latin typeface="Arial" charset="0"/>
              <a:ea typeface="ＭＳ Ｐゴシック" pitchFamily="34" charset="-128"/>
              <a:cs typeface="+mn-cs"/>
            </a:endParaRPr>
          </a:p>
        </p:txBody>
      </p:sp>
      <p:sp>
        <p:nvSpPr>
          <p:cNvPr id="9" name="object 7">
            <a:extLst>
              <a:ext uri="{FF2B5EF4-FFF2-40B4-BE49-F238E27FC236}">
                <a16:creationId xmlns:a16="http://schemas.microsoft.com/office/drawing/2014/main" id="{ACB0B48A-560D-4839-8006-6097D80F76DB}"/>
              </a:ext>
            </a:extLst>
          </p:cNvPr>
          <p:cNvSpPr txBox="1">
            <a:spLocks/>
          </p:cNvSpPr>
          <p:nvPr/>
        </p:nvSpPr>
        <p:spPr bwMode="auto">
          <a:xfrm>
            <a:off x="457200" y="1228384"/>
            <a:ext cx="11430000" cy="47890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lvl1pPr marL="342900" indent="-342900" algn="l" rtl="0" eaLnBrk="1" fontAlgn="base" hangingPunct="1">
              <a:spcBef>
                <a:spcPct val="20000"/>
              </a:spcBef>
              <a:spcAft>
                <a:spcPct val="0"/>
              </a:spcAft>
              <a:buSzPct val="75000"/>
              <a:buBlip>
                <a:blip r:embed="rId3"/>
              </a:buBlip>
              <a:defRPr sz="3200">
                <a:solidFill>
                  <a:schemeClr val="tx1"/>
                </a:solidFill>
                <a:latin typeface="+mn-lt"/>
                <a:ea typeface="ＭＳ Ｐゴシック" charset="0"/>
                <a:cs typeface="+mn-cs"/>
              </a:defRPr>
            </a:lvl1pPr>
            <a:lvl2pPr marL="742950" indent="-285750" algn="l" rtl="0" eaLnBrk="1" fontAlgn="base" hangingPunct="1">
              <a:spcBef>
                <a:spcPct val="20000"/>
              </a:spcBef>
              <a:spcAft>
                <a:spcPct val="0"/>
              </a:spcAft>
              <a:buSzPct val="65000"/>
              <a:buBlip>
                <a:blip r:embed="rId4"/>
              </a:buBlip>
              <a:defRPr sz="2800">
                <a:solidFill>
                  <a:srgbClr val="000050"/>
                </a:solidFill>
                <a:latin typeface="+mn-lt"/>
                <a:ea typeface="ＭＳ Ｐゴシック" charset="0"/>
              </a:defRPr>
            </a:lvl2pPr>
            <a:lvl3pPr marL="1143000" indent="-228600" algn="l" rtl="0" eaLnBrk="1" fontAlgn="base" hangingPunct="1">
              <a:spcBef>
                <a:spcPct val="20000"/>
              </a:spcBef>
              <a:spcAft>
                <a:spcPct val="0"/>
              </a:spcAft>
              <a:buSzPct val="65000"/>
              <a:buBlip>
                <a:blip r:embed="rId5"/>
              </a:buBlip>
              <a:defRPr sz="2400">
                <a:solidFill>
                  <a:schemeClr val="tx1"/>
                </a:solidFill>
                <a:latin typeface="+mn-lt"/>
                <a:ea typeface="ＭＳ Ｐゴシック" charset="0"/>
              </a:defRPr>
            </a:lvl3pPr>
            <a:lvl4pPr marL="1600200" indent="-228600" algn="l" rtl="0" eaLnBrk="1" fontAlgn="base" hangingPunct="1">
              <a:spcBef>
                <a:spcPct val="20000"/>
              </a:spcBef>
              <a:spcAft>
                <a:spcPct val="0"/>
              </a:spcAft>
              <a:buChar char="–"/>
              <a:defRPr sz="2000">
                <a:solidFill>
                  <a:schemeClr val="tx1"/>
                </a:solidFill>
                <a:latin typeface="+mn-lt"/>
                <a:ea typeface="ＭＳ Ｐゴシック" charset="0"/>
              </a:defRPr>
            </a:lvl4pPr>
            <a:lvl5pPr marL="2057400" indent="-228600" algn="l" rtl="0" eaLnBrk="1" fontAlgn="base" hangingPunct="1">
              <a:spcBef>
                <a:spcPct val="20000"/>
              </a:spcBef>
              <a:spcAft>
                <a:spcPct val="0"/>
              </a:spcAft>
              <a:buChar char="»"/>
              <a:defRPr sz="2000">
                <a:solidFill>
                  <a:schemeClr val="tx1"/>
                </a:solidFill>
                <a:latin typeface="+mn-lt"/>
                <a:ea typeface="ＭＳ Ｐゴシック"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a:buClr>
                <a:srgbClr val="FF6600"/>
              </a:buClr>
              <a:tabLst>
                <a:tab pos="465671" algn="l"/>
              </a:tabLst>
            </a:pPr>
            <a:r>
              <a:rPr lang="en-US" sz="2800" dirty="0">
                <a:solidFill>
                  <a:srgbClr val="000000"/>
                </a:solidFill>
                <a:latin typeface="Arial"/>
                <a:cs typeface="Arial" charset="0"/>
              </a:rPr>
              <a:t>A </a:t>
            </a:r>
            <a:r>
              <a:rPr lang="en-US" sz="2800" b="1" dirty="0">
                <a:solidFill>
                  <a:srgbClr val="000000"/>
                </a:solidFill>
                <a:latin typeface="Arial"/>
                <a:cs typeface="Arial" charset="0"/>
              </a:rPr>
              <a:t>dictionary</a:t>
            </a:r>
            <a:r>
              <a:rPr lang="en-US" sz="2800" dirty="0">
                <a:solidFill>
                  <a:srgbClr val="000000"/>
                </a:solidFill>
                <a:latin typeface="Arial"/>
                <a:cs typeface="Arial" charset="0"/>
              </a:rPr>
              <a:t> is a data structure which stores key-value </a:t>
            </a:r>
            <a:r>
              <a:rPr lang="en-US" sz="2000" dirty="0">
                <a:solidFill>
                  <a:srgbClr val="000000"/>
                </a:solidFill>
                <a:latin typeface="Arial"/>
                <a:cs typeface="Arial" charset="0"/>
              </a:rPr>
              <a:t>(or key-element)</a:t>
            </a:r>
            <a:r>
              <a:rPr lang="en-US" sz="2800" dirty="0">
                <a:solidFill>
                  <a:srgbClr val="000000"/>
                </a:solidFill>
                <a:latin typeface="Arial"/>
                <a:cs typeface="Arial" charset="0"/>
              </a:rPr>
              <a:t> pairs and supports the operations</a:t>
            </a:r>
          </a:p>
          <a:p>
            <a:pPr lvl="1">
              <a:buClr>
                <a:srgbClr val="FF6600"/>
              </a:buClr>
              <a:tabLst>
                <a:tab pos="465671" algn="l"/>
              </a:tabLst>
            </a:pPr>
            <a:r>
              <a:rPr lang="en-US" sz="2400" dirty="0">
                <a:solidFill>
                  <a:srgbClr val="000000"/>
                </a:solidFill>
                <a:latin typeface="Arial"/>
                <a:cs typeface="Arial" charset="0"/>
              </a:rPr>
              <a:t>search (lookup)</a:t>
            </a:r>
          </a:p>
          <a:p>
            <a:pPr lvl="1">
              <a:buClr>
                <a:srgbClr val="FF6600"/>
              </a:buClr>
              <a:tabLst>
                <a:tab pos="465671" algn="l"/>
              </a:tabLst>
            </a:pPr>
            <a:r>
              <a:rPr lang="en-US" sz="2400" dirty="0">
                <a:solidFill>
                  <a:srgbClr val="000000"/>
                </a:solidFill>
                <a:latin typeface="Arial"/>
                <a:cs typeface="Arial" charset="0"/>
              </a:rPr>
              <a:t>insert</a:t>
            </a:r>
          </a:p>
          <a:p>
            <a:pPr lvl="1">
              <a:buClr>
                <a:srgbClr val="FF6600"/>
              </a:buClr>
              <a:tabLst>
                <a:tab pos="465671" algn="l"/>
              </a:tabLst>
            </a:pPr>
            <a:r>
              <a:rPr lang="en-US" sz="2400" dirty="0">
                <a:solidFill>
                  <a:srgbClr val="000000"/>
                </a:solidFill>
                <a:latin typeface="Arial"/>
                <a:cs typeface="Arial" charset="0"/>
              </a:rPr>
              <a:t>delete</a:t>
            </a:r>
          </a:p>
          <a:p>
            <a:pPr lvl="1">
              <a:buClr>
                <a:srgbClr val="FF6600"/>
              </a:buClr>
              <a:tabLst>
                <a:tab pos="465671" algn="l"/>
              </a:tabLst>
            </a:pPr>
            <a:endParaRPr lang="en-US" sz="2400" dirty="0">
              <a:solidFill>
                <a:srgbClr val="000000"/>
              </a:solidFill>
              <a:latin typeface="Arial"/>
              <a:cs typeface="Arial" charset="0"/>
            </a:endParaRPr>
          </a:p>
          <a:p>
            <a:pPr>
              <a:lnSpc>
                <a:spcPct val="90000"/>
              </a:lnSpc>
              <a:buClr>
                <a:srgbClr val="FF6600"/>
              </a:buClr>
              <a:tabLst>
                <a:tab pos="465671" algn="l"/>
              </a:tabLst>
              <a:defRPr/>
            </a:pPr>
            <a:r>
              <a:rPr lang="en-US" altLang="en-US" sz="2800" dirty="0">
                <a:solidFill>
                  <a:srgbClr val="000000"/>
                </a:solidFill>
                <a:latin typeface="Arial"/>
                <a:cs typeface="Arial" charset="0"/>
              </a:rPr>
              <a:t>When a </a:t>
            </a:r>
            <a:r>
              <a:rPr lang="en-US" altLang="en-US" sz="2800" b="1" dirty="0">
                <a:solidFill>
                  <a:srgbClr val="7030A0"/>
                </a:solidFill>
                <a:latin typeface="Arial"/>
                <a:cs typeface="Arial" charset="0"/>
              </a:rPr>
              <a:t>key</a:t>
            </a:r>
            <a:r>
              <a:rPr lang="en-US" altLang="en-US" sz="2800" dirty="0">
                <a:solidFill>
                  <a:srgbClr val="000000"/>
                </a:solidFill>
                <a:latin typeface="Arial"/>
                <a:cs typeface="Arial" charset="0"/>
              </a:rPr>
              <a:t> is passed to a dictionary, it returns the corresponding </a:t>
            </a:r>
            <a:r>
              <a:rPr lang="en-US" altLang="en-US" sz="2800" b="1" dirty="0">
                <a:solidFill>
                  <a:srgbClr val="7030A0"/>
                </a:solidFill>
                <a:latin typeface="Arial"/>
                <a:cs typeface="Arial" charset="0"/>
              </a:rPr>
              <a:t>element</a:t>
            </a:r>
            <a:r>
              <a:rPr lang="en-US" altLang="en-US" sz="2800" dirty="0">
                <a:solidFill>
                  <a:srgbClr val="000000"/>
                </a:solidFill>
                <a:latin typeface="Arial"/>
                <a:cs typeface="Arial" charset="0"/>
              </a:rPr>
              <a:t> </a:t>
            </a:r>
          </a:p>
          <a:p>
            <a:pPr lvl="1">
              <a:lnSpc>
                <a:spcPct val="90000"/>
              </a:lnSpc>
              <a:buClr>
                <a:srgbClr val="FF6600"/>
              </a:buClr>
              <a:tabLst>
                <a:tab pos="465671" algn="l"/>
              </a:tabLst>
              <a:defRPr/>
            </a:pPr>
            <a:r>
              <a:rPr lang="en-US" altLang="en-US" sz="2400" dirty="0">
                <a:solidFill>
                  <a:srgbClr val="000000"/>
                </a:solidFill>
                <a:latin typeface="Arial"/>
                <a:cs typeface="Arial" charset="0"/>
              </a:rPr>
              <a:t>e.g., given a phone number, return the caller’s name</a:t>
            </a:r>
          </a:p>
          <a:p>
            <a:pPr lvl="1">
              <a:buClr>
                <a:srgbClr val="FF6600"/>
              </a:buClr>
              <a:tabLst>
                <a:tab pos="465671" algn="l"/>
              </a:tabLst>
            </a:pPr>
            <a:endParaRPr lang="en-US" sz="2400" dirty="0">
              <a:solidFill>
                <a:schemeClr val="tx1"/>
              </a:solidFill>
              <a:latin typeface="Arial"/>
              <a:cs typeface="Arial" charset="0"/>
            </a:endParaRPr>
          </a:p>
          <a:p>
            <a:pPr lvl="1">
              <a:buClr>
                <a:srgbClr val="FF6600"/>
              </a:buClr>
              <a:tabLst>
                <a:tab pos="465671" algn="l"/>
              </a:tabLst>
            </a:pPr>
            <a:endParaRPr lang="en-US" sz="2400" dirty="0">
              <a:solidFill>
                <a:srgbClr val="000000"/>
              </a:solidFill>
              <a:latin typeface="Arial"/>
              <a:cs typeface="Arial" charset="0"/>
            </a:endParaRPr>
          </a:p>
        </p:txBody>
      </p:sp>
    </p:spTree>
    <p:extLst>
      <p:ext uri="{BB962C8B-B14F-4D97-AF65-F5344CB8AC3E}">
        <p14:creationId xmlns:p14="http://schemas.microsoft.com/office/powerpoint/2010/main" val="25957650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title"/>
          </p:nvPr>
        </p:nvSpPr>
        <p:spPr>
          <a:xfrm>
            <a:off x="457200" y="338065"/>
            <a:ext cx="11065008" cy="500137"/>
          </a:xfrm>
          <a:prstGeom prst="rect">
            <a:avLst/>
          </a:prstGeom>
          <a:noFill/>
          <a:ln>
            <a:noFill/>
          </a:ln>
        </p:spPr>
        <p:txBody>
          <a:bodyPr vert="horz" wrap="square" lIns="0" tIns="0" rIns="0" bIns="0" numCol="1" rtlCol="0" anchor="ctr" anchorCtr="0" compatLnSpc="1">
            <a:prstTxWarp prst="textNoShape">
              <a:avLst/>
            </a:prstTxWarp>
            <a:spAutoFit/>
          </a:bodyPr>
          <a:lstStyle/>
          <a:p>
            <a:pPr marL="11527">
              <a:lnSpc>
                <a:spcPts val="3916"/>
              </a:lnSpc>
            </a:pPr>
            <a:r>
              <a:rPr lang="en-US" sz="4000" b="1" dirty="0">
                <a:solidFill>
                  <a:srgbClr val="0070C0"/>
                </a:solidFill>
              </a:rPr>
              <a:t>Dictionary, Contd.</a:t>
            </a:r>
            <a:endParaRPr sz="4000" b="1" spc="-18" dirty="0">
              <a:solidFill>
                <a:srgbClr val="0070C0"/>
              </a:solidFill>
            </a:endParaRPr>
          </a:p>
        </p:txBody>
      </p:sp>
      <p:sp>
        <p:nvSpPr>
          <p:cNvPr id="3" name="Slide Number Placeholder 2"/>
          <p:cNvSpPr>
            <a:spLocks noGrp="1"/>
          </p:cNvSpPr>
          <p:nvPr>
            <p:ph type="sldNum" sz="quarter" idx="4294967295"/>
          </p:nvPr>
        </p:nvSpPr>
        <p:spPr>
          <a:xfrm>
            <a:off x="8737600" y="6356351"/>
            <a:ext cx="2844800" cy="365125"/>
          </a:xfrm>
          <a:prstGeom prst="rect">
            <a:avLst/>
          </a:prstGeom>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C65781BD-3F4D-4CA7-A858-CE94DEA3B426}" type="slidenum">
              <a:rPr kumimoji="0" lang="en-US" sz="1800" b="0" i="0" u="none" strike="noStrike" kern="1200" cap="none" spc="0" normalizeH="0" baseline="0" noProof="0" smtClean="0">
                <a:ln>
                  <a:noFill/>
                </a:ln>
                <a:solidFill>
                  <a:srgbClr val="000000"/>
                </a:solidFill>
                <a:effectLst/>
                <a:uLnTx/>
                <a:uFillTx/>
                <a:latin typeface="Arial" charset="0"/>
                <a:ea typeface="ＭＳ Ｐゴシック"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16</a:t>
            </a:fld>
            <a:endParaRPr kumimoji="0" lang="en-US" sz="1800" b="0" i="0" u="none" strike="noStrike" kern="1200" cap="none" spc="0" normalizeH="0" baseline="0" noProof="0" dirty="0">
              <a:ln>
                <a:noFill/>
              </a:ln>
              <a:solidFill>
                <a:srgbClr val="000000"/>
              </a:solidFill>
              <a:effectLst/>
              <a:uLnTx/>
              <a:uFillTx/>
              <a:latin typeface="Arial" charset="0"/>
              <a:ea typeface="ＭＳ Ｐゴシック" pitchFamily="34" charset="-128"/>
              <a:cs typeface="+mn-cs"/>
            </a:endParaRPr>
          </a:p>
        </p:txBody>
      </p:sp>
      <p:sp>
        <p:nvSpPr>
          <p:cNvPr id="4" name="TextBox 3">
            <a:extLst>
              <a:ext uri="{FF2B5EF4-FFF2-40B4-BE49-F238E27FC236}">
                <a16:creationId xmlns:a16="http://schemas.microsoft.com/office/drawing/2014/main" id="{09F3347B-96B5-F959-478A-356C27E67EE1}"/>
              </a:ext>
            </a:extLst>
          </p:cNvPr>
          <p:cNvSpPr txBox="1"/>
          <p:nvPr/>
        </p:nvSpPr>
        <p:spPr>
          <a:xfrm>
            <a:off x="2667000" y="6489168"/>
            <a:ext cx="8305800" cy="553998"/>
          </a:xfrm>
          <a:prstGeom prst="rect">
            <a:avLst/>
          </a:prstGeom>
          <a:noFill/>
        </p:spPr>
        <p:txBody>
          <a:bodyPr wrap="square" rtlCol="0">
            <a:spAutoFit/>
          </a:bodyPr>
          <a:lstStyle/>
          <a:p>
            <a:r>
              <a:rPr lang="en-US" sz="1000" dirty="0">
                <a:hlinkClick r:id="rId3"/>
              </a:rPr>
              <a:t>https://cis300.cs.ksu.edu/dictionaries/linked-list-impl/</a:t>
            </a:r>
            <a:r>
              <a:rPr lang="en-US" sz="1000" dirty="0"/>
              <a:t>; </a:t>
            </a:r>
            <a:r>
              <a:rPr lang="en-US" sz="1000" dirty="0">
                <a:hlinkClick r:id="rId4"/>
              </a:rPr>
              <a:t>http://see-programming.blogspot.com/2013/05/implement-dictionary-using-binary.html</a:t>
            </a:r>
            <a:r>
              <a:rPr lang="en-US" sz="1000" dirty="0"/>
              <a:t>; </a:t>
            </a:r>
            <a:r>
              <a:rPr lang="en-US" sz="1000" dirty="0">
                <a:hlinkClick r:id="rId5"/>
              </a:rPr>
              <a:t>https://web.stanford.edu/class/archive/cs/cs161/cs161.1168/lecture9.pdf</a:t>
            </a:r>
            <a:endParaRPr lang="en-US" sz="1000" dirty="0"/>
          </a:p>
          <a:p>
            <a:r>
              <a:rPr lang="en-US" sz="1000" dirty="0"/>
              <a:t> </a:t>
            </a:r>
          </a:p>
        </p:txBody>
      </p:sp>
      <p:pic>
        <p:nvPicPr>
          <p:cNvPr id="7" name="Picture 6">
            <a:extLst>
              <a:ext uri="{FF2B5EF4-FFF2-40B4-BE49-F238E27FC236}">
                <a16:creationId xmlns:a16="http://schemas.microsoft.com/office/drawing/2014/main" id="{3DA623FA-5E01-7BF0-E08F-E02D198596E6}"/>
              </a:ext>
            </a:extLst>
          </p:cNvPr>
          <p:cNvPicPr>
            <a:picLocks noChangeAspect="1"/>
          </p:cNvPicPr>
          <p:nvPr/>
        </p:nvPicPr>
        <p:blipFill>
          <a:blip r:embed="rId6"/>
          <a:stretch>
            <a:fillRect/>
          </a:stretch>
        </p:blipFill>
        <p:spPr>
          <a:xfrm>
            <a:off x="6240768" y="3200401"/>
            <a:ext cx="5798832" cy="3089542"/>
          </a:xfrm>
          <a:prstGeom prst="rect">
            <a:avLst/>
          </a:prstGeom>
        </p:spPr>
      </p:pic>
      <p:sp>
        <p:nvSpPr>
          <p:cNvPr id="8" name="object 7">
            <a:extLst>
              <a:ext uri="{FF2B5EF4-FFF2-40B4-BE49-F238E27FC236}">
                <a16:creationId xmlns:a16="http://schemas.microsoft.com/office/drawing/2014/main" id="{5A46C2B8-9022-A5A0-5A5D-36E24115E748}"/>
              </a:ext>
            </a:extLst>
          </p:cNvPr>
          <p:cNvSpPr txBox="1">
            <a:spLocks/>
          </p:cNvSpPr>
          <p:nvPr/>
        </p:nvSpPr>
        <p:spPr bwMode="auto">
          <a:xfrm>
            <a:off x="457200" y="1228384"/>
            <a:ext cx="5798832" cy="37918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lvl1pPr marL="342900" indent="-342900" algn="l" rtl="0" eaLnBrk="1" fontAlgn="base" hangingPunct="1">
              <a:spcBef>
                <a:spcPct val="20000"/>
              </a:spcBef>
              <a:spcAft>
                <a:spcPct val="0"/>
              </a:spcAft>
              <a:buSzPct val="75000"/>
              <a:buBlip>
                <a:blip r:embed="rId7"/>
              </a:buBlip>
              <a:defRPr sz="3200">
                <a:solidFill>
                  <a:schemeClr val="tx1"/>
                </a:solidFill>
                <a:latin typeface="+mn-lt"/>
                <a:ea typeface="ＭＳ Ｐゴシック" charset="0"/>
                <a:cs typeface="+mn-cs"/>
              </a:defRPr>
            </a:lvl1pPr>
            <a:lvl2pPr marL="742950" indent="-285750" algn="l" rtl="0" eaLnBrk="1" fontAlgn="base" hangingPunct="1">
              <a:spcBef>
                <a:spcPct val="20000"/>
              </a:spcBef>
              <a:spcAft>
                <a:spcPct val="0"/>
              </a:spcAft>
              <a:buSzPct val="65000"/>
              <a:buBlip>
                <a:blip r:embed="rId8"/>
              </a:buBlip>
              <a:defRPr sz="2800">
                <a:solidFill>
                  <a:srgbClr val="000050"/>
                </a:solidFill>
                <a:latin typeface="+mn-lt"/>
                <a:ea typeface="ＭＳ Ｐゴシック" charset="0"/>
              </a:defRPr>
            </a:lvl2pPr>
            <a:lvl3pPr marL="1143000" indent="-228600" algn="l" rtl="0" eaLnBrk="1" fontAlgn="base" hangingPunct="1">
              <a:spcBef>
                <a:spcPct val="20000"/>
              </a:spcBef>
              <a:spcAft>
                <a:spcPct val="0"/>
              </a:spcAft>
              <a:buSzPct val="65000"/>
              <a:buBlip>
                <a:blip r:embed="rId9"/>
              </a:buBlip>
              <a:defRPr sz="2400">
                <a:solidFill>
                  <a:schemeClr val="tx1"/>
                </a:solidFill>
                <a:latin typeface="+mn-lt"/>
                <a:ea typeface="ＭＳ Ｐゴシック" charset="0"/>
              </a:defRPr>
            </a:lvl3pPr>
            <a:lvl4pPr marL="1600200" indent="-228600" algn="l" rtl="0" eaLnBrk="1" fontAlgn="base" hangingPunct="1">
              <a:spcBef>
                <a:spcPct val="20000"/>
              </a:spcBef>
              <a:spcAft>
                <a:spcPct val="0"/>
              </a:spcAft>
              <a:buChar char="–"/>
              <a:defRPr sz="2000">
                <a:solidFill>
                  <a:schemeClr val="tx1"/>
                </a:solidFill>
                <a:latin typeface="+mn-lt"/>
                <a:ea typeface="ＭＳ Ｐゴシック" charset="0"/>
              </a:defRPr>
            </a:lvl4pPr>
            <a:lvl5pPr marL="2057400" indent="-228600" algn="l" rtl="0" eaLnBrk="1" fontAlgn="base" hangingPunct="1">
              <a:spcBef>
                <a:spcPct val="20000"/>
              </a:spcBef>
              <a:spcAft>
                <a:spcPct val="0"/>
              </a:spcAft>
              <a:buChar char="»"/>
              <a:defRPr sz="2000">
                <a:solidFill>
                  <a:schemeClr val="tx1"/>
                </a:solidFill>
                <a:latin typeface="+mn-lt"/>
                <a:ea typeface="ＭＳ Ｐゴシック"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a:buClr>
                <a:srgbClr val="FF6600"/>
              </a:buClr>
              <a:tabLst>
                <a:tab pos="465671" algn="l"/>
              </a:tabLst>
            </a:pPr>
            <a:r>
              <a:rPr lang="en-US" sz="2800" dirty="0">
                <a:solidFill>
                  <a:srgbClr val="000000"/>
                </a:solidFill>
                <a:latin typeface="Arial"/>
                <a:cs typeface="Arial" charset="0"/>
              </a:rPr>
              <a:t>Implementations</a:t>
            </a:r>
          </a:p>
          <a:p>
            <a:pPr lvl="1">
              <a:defRPr/>
            </a:pPr>
            <a:r>
              <a:rPr lang="en-US" sz="2400" dirty="0"/>
              <a:t>Use a linked list</a:t>
            </a:r>
          </a:p>
          <a:p>
            <a:pPr lvl="1">
              <a:defRPr/>
            </a:pPr>
            <a:r>
              <a:rPr lang="en-US" sz="2400" dirty="0"/>
              <a:t>Use a balanced binary search tree</a:t>
            </a:r>
          </a:p>
          <a:p>
            <a:pPr lvl="1">
              <a:defRPr/>
            </a:pPr>
            <a:r>
              <a:rPr lang="en-US" sz="2400" dirty="0"/>
              <a:t>Use a Direct Access Table (DAT)</a:t>
            </a:r>
          </a:p>
          <a:p>
            <a:pPr lvl="2">
              <a:defRPr/>
            </a:pPr>
            <a:r>
              <a:rPr lang="en-US" sz="2000" dirty="0"/>
              <a:t>Key becomes address of the element</a:t>
            </a:r>
          </a:p>
          <a:p>
            <a:pPr lvl="2">
              <a:defRPr/>
            </a:pPr>
            <a:r>
              <a:rPr lang="en-US" sz="2000" dirty="0"/>
              <a:t>Extremely Efficient</a:t>
            </a:r>
          </a:p>
          <a:p>
            <a:pPr lvl="2">
              <a:defRPr/>
            </a:pPr>
            <a:r>
              <a:rPr lang="en-US" sz="2000" dirty="0"/>
              <a:t>Impractical when the number of possible keys is large (extremely large size), or when it far exceeds the number of actually stored keys</a:t>
            </a:r>
            <a:endParaRPr lang="en-US" sz="2400" dirty="0">
              <a:solidFill>
                <a:srgbClr val="000000"/>
              </a:solidFill>
              <a:latin typeface="Arial"/>
              <a:cs typeface="Arial" charset="0"/>
            </a:endParaRPr>
          </a:p>
        </p:txBody>
      </p:sp>
    </p:spTree>
    <p:extLst>
      <p:ext uri="{BB962C8B-B14F-4D97-AF65-F5344CB8AC3E}">
        <p14:creationId xmlns:p14="http://schemas.microsoft.com/office/powerpoint/2010/main" val="39376183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title"/>
          </p:nvPr>
        </p:nvSpPr>
        <p:spPr>
          <a:xfrm>
            <a:off x="457200" y="338065"/>
            <a:ext cx="11065008" cy="500137"/>
          </a:xfrm>
          <a:prstGeom prst="rect">
            <a:avLst/>
          </a:prstGeom>
          <a:noFill/>
          <a:ln>
            <a:noFill/>
          </a:ln>
        </p:spPr>
        <p:txBody>
          <a:bodyPr vert="horz" wrap="square" lIns="0" tIns="0" rIns="0" bIns="0" numCol="1" rtlCol="0" anchor="ctr" anchorCtr="0" compatLnSpc="1">
            <a:prstTxWarp prst="textNoShape">
              <a:avLst/>
            </a:prstTxWarp>
            <a:spAutoFit/>
          </a:bodyPr>
          <a:lstStyle/>
          <a:p>
            <a:pPr marL="11527">
              <a:lnSpc>
                <a:spcPts val="3916"/>
              </a:lnSpc>
            </a:pPr>
            <a:r>
              <a:rPr lang="en-US" sz="4000" b="1" dirty="0">
                <a:solidFill>
                  <a:srgbClr val="FF0000"/>
                </a:solidFill>
              </a:rPr>
              <a:t>Hashing</a:t>
            </a:r>
            <a:endParaRPr sz="4000" b="1" spc="-18" dirty="0">
              <a:solidFill>
                <a:srgbClr val="FF0000"/>
              </a:solidFill>
            </a:endParaRPr>
          </a:p>
        </p:txBody>
      </p:sp>
      <p:sp>
        <p:nvSpPr>
          <p:cNvPr id="3" name="Slide Number Placeholder 2"/>
          <p:cNvSpPr>
            <a:spLocks noGrp="1"/>
          </p:cNvSpPr>
          <p:nvPr>
            <p:ph type="sldNum" sz="quarter" idx="4294967295"/>
          </p:nvPr>
        </p:nvSpPr>
        <p:spPr>
          <a:xfrm>
            <a:off x="8737600" y="6356351"/>
            <a:ext cx="2844800" cy="365125"/>
          </a:xfrm>
          <a:prstGeom prst="rect">
            <a:avLst/>
          </a:prstGeom>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C65781BD-3F4D-4CA7-A858-CE94DEA3B426}" type="slidenum">
              <a:rPr kumimoji="0" lang="en-US" sz="1800" b="0" i="0" u="none" strike="noStrike" kern="1200" cap="none" spc="0" normalizeH="0" baseline="0" noProof="0" smtClean="0">
                <a:ln>
                  <a:noFill/>
                </a:ln>
                <a:solidFill>
                  <a:srgbClr val="000000"/>
                </a:solidFill>
                <a:effectLst/>
                <a:uLnTx/>
                <a:uFillTx/>
                <a:latin typeface="Arial" charset="0"/>
                <a:ea typeface="ＭＳ Ｐゴシック"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17</a:t>
            </a:fld>
            <a:endParaRPr kumimoji="0" lang="en-US" sz="1800" b="0" i="0" u="none" strike="noStrike" kern="1200" cap="none" spc="0" normalizeH="0" baseline="0" noProof="0" dirty="0">
              <a:ln>
                <a:noFill/>
              </a:ln>
              <a:solidFill>
                <a:srgbClr val="000000"/>
              </a:solidFill>
              <a:effectLst/>
              <a:uLnTx/>
              <a:uFillTx/>
              <a:latin typeface="Arial" charset="0"/>
              <a:ea typeface="ＭＳ Ｐゴシック" pitchFamily="34" charset="-128"/>
              <a:cs typeface="+mn-cs"/>
            </a:endParaRPr>
          </a:p>
        </p:txBody>
      </p:sp>
      <mc:AlternateContent xmlns:mc="http://schemas.openxmlformats.org/markup-compatibility/2006">
        <mc:Choice xmlns:a14="http://schemas.microsoft.com/office/drawing/2010/main" Requires="a14">
          <p:sp>
            <p:nvSpPr>
              <p:cNvPr id="9" name="object 7">
                <a:extLst>
                  <a:ext uri="{FF2B5EF4-FFF2-40B4-BE49-F238E27FC236}">
                    <a16:creationId xmlns:a16="http://schemas.microsoft.com/office/drawing/2014/main" id="{ACB0B48A-560D-4839-8006-6097D80F76DB}"/>
                  </a:ext>
                </a:extLst>
              </p:cNvPr>
              <p:cNvSpPr txBox="1">
                <a:spLocks/>
              </p:cNvSpPr>
              <p:nvPr/>
            </p:nvSpPr>
            <p:spPr bwMode="auto">
              <a:xfrm>
                <a:off x="457200" y="1228384"/>
                <a:ext cx="11430000" cy="4446602"/>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lvl1pPr marL="342900" indent="-342900" algn="l" rtl="0" eaLnBrk="1" fontAlgn="base" hangingPunct="1">
                  <a:spcBef>
                    <a:spcPct val="20000"/>
                  </a:spcBef>
                  <a:spcAft>
                    <a:spcPct val="0"/>
                  </a:spcAft>
                  <a:buSzPct val="75000"/>
                  <a:buBlip>
                    <a:blip r:embed="rId3"/>
                  </a:buBlip>
                  <a:defRPr sz="3200">
                    <a:solidFill>
                      <a:schemeClr val="tx1"/>
                    </a:solidFill>
                    <a:latin typeface="+mn-lt"/>
                    <a:ea typeface="ＭＳ Ｐゴシック" charset="0"/>
                    <a:cs typeface="+mn-cs"/>
                  </a:defRPr>
                </a:lvl1pPr>
                <a:lvl2pPr marL="742950" indent="-285750" algn="l" rtl="0" eaLnBrk="1" fontAlgn="base" hangingPunct="1">
                  <a:spcBef>
                    <a:spcPct val="20000"/>
                  </a:spcBef>
                  <a:spcAft>
                    <a:spcPct val="0"/>
                  </a:spcAft>
                  <a:buSzPct val="65000"/>
                  <a:buBlip>
                    <a:blip r:embed="rId4"/>
                  </a:buBlip>
                  <a:defRPr sz="2800">
                    <a:solidFill>
                      <a:srgbClr val="000050"/>
                    </a:solidFill>
                    <a:latin typeface="+mn-lt"/>
                    <a:ea typeface="ＭＳ Ｐゴシック" charset="0"/>
                  </a:defRPr>
                </a:lvl2pPr>
                <a:lvl3pPr marL="1143000" indent="-228600" algn="l" rtl="0" eaLnBrk="1" fontAlgn="base" hangingPunct="1">
                  <a:spcBef>
                    <a:spcPct val="20000"/>
                  </a:spcBef>
                  <a:spcAft>
                    <a:spcPct val="0"/>
                  </a:spcAft>
                  <a:buSzPct val="65000"/>
                  <a:buBlip>
                    <a:blip r:embed="rId5"/>
                  </a:buBlip>
                  <a:defRPr sz="2400">
                    <a:solidFill>
                      <a:schemeClr val="tx1"/>
                    </a:solidFill>
                    <a:latin typeface="+mn-lt"/>
                    <a:ea typeface="ＭＳ Ｐゴシック" charset="0"/>
                  </a:defRPr>
                </a:lvl3pPr>
                <a:lvl4pPr marL="1600200" indent="-228600" algn="l" rtl="0" eaLnBrk="1" fontAlgn="base" hangingPunct="1">
                  <a:spcBef>
                    <a:spcPct val="20000"/>
                  </a:spcBef>
                  <a:spcAft>
                    <a:spcPct val="0"/>
                  </a:spcAft>
                  <a:buChar char="–"/>
                  <a:defRPr sz="2000">
                    <a:solidFill>
                      <a:schemeClr val="tx1"/>
                    </a:solidFill>
                    <a:latin typeface="+mn-lt"/>
                    <a:ea typeface="ＭＳ Ｐゴシック" charset="0"/>
                  </a:defRPr>
                </a:lvl4pPr>
                <a:lvl5pPr marL="2057400" indent="-228600" algn="l" rtl="0" eaLnBrk="1" fontAlgn="base" hangingPunct="1">
                  <a:spcBef>
                    <a:spcPct val="20000"/>
                  </a:spcBef>
                  <a:spcAft>
                    <a:spcPct val="0"/>
                  </a:spcAft>
                  <a:buChar char="»"/>
                  <a:defRPr sz="2000">
                    <a:solidFill>
                      <a:schemeClr val="tx1"/>
                    </a:solidFill>
                    <a:latin typeface="+mn-lt"/>
                    <a:ea typeface="ＭＳ Ｐゴシック"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marL="342900" marR="0" lvl="0" indent="-342900" algn="l" defTabSz="914400" rtl="0" eaLnBrk="1" fontAlgn="base" latinLnBrk="0" hangingPunct="1">
                  <a:lnSpc>
                    <a:spcPct val="100000"/>
                  </a:lnSpc>
                  <a:spcBef>
                    <a:spcPct val="20000"/>
                  </a:spcBef>
                  <a:spcAft>
                    <a:spcPct val="0"/>
                  </a:spcAft>
                  <a:buClr>
                    <a:srgbClr val="FF6600"/>
                  </a:buClr>
                  <a:buSzPct val="75000"/>
                  <a:buFontTx/>
                  <a:buBlip>
                    <a:blip r:embed="rId3"/>
                  </a:buBlip>
                  <a:tabLst>
                    <a:tab pos="465671" algn="l"/>
                  </a:tabLst>
                  <a:defRPr/>
                </a:pPr>
                <a:r>
                  <a:rPr kumimoji="0" lang="en-US" sz="2800" b="0" i="0" u="none" strike="noStrike" kern="1200" cap="none" spc="0" normalizeH="0" baseline="0" noProof="0" dirty="0">
                    <a:ln>
                      <a:noFill/>
                    </a:ln>
                    <a:solidFill>
                      <a:srgbClr val="000000"/>
                    </a:solidFill>
                    <a:effectLst/>
                    <a:uLnTx/>
                    <a:uFillTx/>
                    <a:latin typeface="Arial"/>
                    <a:ea typeface="ＭＳ Ｐゴシック" charset="0"/>
                    <a:cs typeface="Arial" charset="0"/>
                  </a:rPr>
                  <a:t>A very efficient method  for implementing a dictionary</a:t>
                </a:r>
              </a:p>
              <a:p>
                <a:pPr lvl="1">
                  <a:lnSpc>
                    <a:spcPct val="90000"/>
                  </a:lnSpc>
                  <a:defRPr/>
                </a:pPr>
                <a:r>
                  <a:rPr lang="en-US" altLang="en-US" sz="2400" dirty="0"/>
                  <a:t>based on </a:t>
                </a:r>
                <a:r>
                  <a:rPr lang="en-US" altLang="en-US" sz="2400" b="1" dirty="0"/>
                  <a:t>transform and conquer (representation-change)</a:t>
                </a:r>
                <a:r>
                  <a:rPr lang="en-US" altLang="en-US" sz="2400" dirty="0"/>
                  <a:t> and </a:t>
                </a:r>
                <a:r>
                  <a:rPr lang="en-US" altLang="en-US" sz="2400" b="1" dirty="0">
                    <a:solidFill>
                      <a:srgbClr val="7030A0"/>
                    </a:solidFill>
                  </a:rPr>
                  <a:t>space-for-time tradeoff (prestructuring) </a:t>
                </a:r>
                <a:r>
                  <a:rPr lang="en-US" altLang="en-US" sz="2400" dirty="0"/>
                  <a:t>ideas</a:t>
                </a:r>
              </a:p>
              <a:p>
                <a:pPr lvl="1">
                  <a:lnSpc>
                    <a:spcPct val="90000"/>
                  </a:lnSpc>
                  <a:defRPr/>
                </a:pPr>
                <a:r>
                  <a:rPr lang="en-US" altLang="en-US" sz="2400" dirty="0"/>
                  <a:t>by mapping keys of size </a:t>
                </a:r>
                <a:r>
                  <a:rPr lang="en-US" altLang="en-US" sz="2400" i="1" dirty="0">
                    <a:latin typeface="Times New Roman" panose="02020603050405020304" pitchFamily="18" charset="0"/>
                    <a:cs typeface="Times New Roman" panose="02020603050405020304" pitchFamily="18" charset="0"/>
                  </a:rPr>
                  <a:t>n</a:t>
                </a:r>
                <a:r>
                  <a:rPr lang="en-US" altLang="en-US" sz="2400" dirty="0"/>
                  <a:t> into a </a:t>
                </a:r>
                <a:r>
                  <a:rPr lang="en-US" altLang="en-US" sz="2400" b="1" dirty="0">
                    <a:solidFill>
                      <a:srgbClr val="00B050"/>
                    </a:solidFill>
                  </a:rPr>
                  <a:t>hash table </a:t>
                </a:r>
                <a:r>
                  <a:rPr lang="en-US" altLang="en-US" sz="2400" dirty="0"/>
                  <a:t>of manageable size </a:t>
                </a:r>
                <a:r>
                  <a:rPr lang="en-US" altLang="en-US" sz="2400" i="1" dirty="0">
                    <a:latin typeface="Times New Roman" panose="02020603050405020304" pitchFamily="18" charset="0"/>
                    <a:cs typeface="Times New Roman" panose="02020603050405020304" pitchFamily="18" charset="0"/>
                  </a:rPr>
                  <a:t>m</a:t>
                </a:r>
              </a:p>
              <a:p>
                <a:pPr lvl="1">
                  <a:lnSpc>
                    <a:spcPct val="90000"/>
                  </a:lnSpc>
                  <a:defRPr/>
                </a:pPr>
                <a:endParaRPr lang="en-US" altLang="en-US" sz="2400" dirty="0">
                  <a:latin typeface="Times New Roman" panose="02020603050405020304" pitchFamily="18" charset="0"/>
                  <a:cs typeface="Times New Roman" panose="02020603050405020304" pitchFamily="18" charset="0"/>
                </a:endParaRPr>
              </a:p>
              <a:p>
                <a:pPr>
                  <a:lnSpc>
                    <a:spcPct val="90000"/>
                  </a:lnSpc>
                  <a:tabLst>
                    <a:tab pos="685800" algn="l"/>
                  </a:tabLst>
                  <a:defRPr/>
                </a:pPr>
                <a:r>
                  <a:rPr lang="en-US" altLang="en-US" sz="2800" dirty="0"/>
                  <a:t>The </a:t>
                </a:r>
                <a:r>
                  <a:rPr lang="en-US" altLang="en-US" sz="2800" b="1" dirty="0">
                    <a:solidFill>
                      <a:srgbClr val="00B050"/>
                    </a:solidFill>
                  </a:rPr>
                  <a:t>hash function </a:t>
                </a:r>
                <a:r>
                  <a:rPr lang="en-US" altLang="en-US" sz="2800" b="1" i="1" dirty="0">
                    <a:solidFill>
                      <a:srgbClr val="00B050"/>
                    </a:solidFill>
                    <a:latin typeface="Times New Roman" panose="02020603050405020304" pitchFamily="18" charset="0"/>
                    <a:cs typeface="Times New Roman" panose="02020603050405020304" pitchFamily="18" charset="0"/>
                  </a:rPr>
                  <a:t>h</a:t>
                </a:r>
              </a:p>
              <a:p>
                <a:pPr lvl="1">
                  <a:lnSpc>
                    <a:spcPct val="90000"/>
                  </a:lnSpc>
                  <a:tabLst>
                    <a:tab pos="685800" algn="l"/>
                  </a:tabLst>
                  <a:defRPr/>
                </a:pPr>
                <a:r>
                  <a:rPr lang="en-US" altLang="en-US" sz="2400" dirty="0"/>
                  <a:t>maps each key to an integer between 0 and </a:t>
                </a:r>
                <a:r>
                  <a:rPr lang="en-US" altLang="en-US" sz="2400" i="1" dirty="0">
                    <a:latin typeface="Times New Roman" panose="02020603050405020304" pitchFamily="18" charset="0"/>
                    <a:cs typeface="Times New Roman" panose="02020603050405020304" pitchFamily="18" charset="0"/>
                  </a:rPr>
                  <a:t>m</a:t>
                </a:r>
                <a:r>
                  <a:rPr lang="en-US" altLang="en-US" sz="2400" dirty="0"/>
                  <a:t>-1, which is a </a:t>
                </a:r>
                <a:r>
                  <a:rPr lang="en-US" altLang="en-US" sz="2400" b="1" dirty="0">
                    <a:solidFill>
                      <a:srgbClr val="00B050"/>
                    </a:solidFill>
                  </a:rPr>
                  <a:t>hash address </a:t>
                </a:r>
                <a:r>
                  <a:rPr lang="en-US" altLang="en-US" sz="2400" dirty="0"/>
                  <a:t>of  a location in the hash table </a:t>
                </a:r>
              </a:p>
              <a:p>
                <a:pPr>
                  <a:lnSpc>
                    <a:spcPct val="90000"/>
                  </a:lnSpc>
                  <a:tabLst>
                    <a:tab pos="685800" algn="l"/>
                  </a:tabLst>
                  <a:defRPr/>
                </a:pPr>
                <a:endParaRPr lang="en-US" altLang="en-US" sz="1050" dirty="0"/>
              </a:p>
              <a:p>
                <a:pPr marL="0" indent="0">
                  <a:lnSpc>
                    <a:spcPct val="90000"/>
                  </a:lnSpc>
                  <a:buNone/>
                  <a:tabLst>
                    <a:tab pos="685800" algn="l"/>
                  </a:tabLst>
                  <a:defRPr/>
                </a:pPr>
                <a14:m>
                  <m:oMathPara xmlns:m="http://schemas.openxmlformats.org/officeDocument/2006/math">
                    <m:oMathParaPr>
                      <m:jc m:val="centerGroup"/>
                    </m:oMathParaPr>
                    <m:oMath xmlns:m="http://schemas.openxmlformats.org/officeDocument/2006/math">
                      <m:r>
                        <a:rPr lang="en-US" altLang="en-US" sz="2800" b="0" i="1" smtClean="0">
                          <a:latin typeface="Cambria Math" panose="02040503050406030204" pitchFamily="18" charset="0"/>
                        </a:rPr>
                        <m:t>h</m:t>
                      </m:r>
                      <m:r>
                        <a:rPr lang="en-US" altLang="en-US" sz="2800" b="0" i="1" smtClean="0">
                          <a:latin typeface="Cambria Math" panose="02040503050406030204" pitchFamily="18" charset="0"/>
                        </a:rPr>
                        <m:t>:</m:t>
                      </m:r>
                      <m:r>
                        <a:rPr lang="en-US" altLang="en-US" sz="2800" b="0" i="1" smtClean="0">
                          <a:latin typeface="Cambria Math" panose="02040503050406030204" pitchFamily="18" charset="0"/>
                        </a:rPr>
                        <m:t>𝐾</m:t>
                      </m:r>
                      <m:r>
                        <a:rPr lang="en-US" altLang="en-US" sz="2800" b="0" i="1" smtClean="0">
                          <a:latin typeface="Cambria Math" panose="02040503050406030204" pitchFamily="18" charset="0"/>
                        </a:rPr>
                        <m:t>→{0, 1, …, </m:t>
                      </m:r>
                      <m:r>
                        <a:rPr lang="en-US" altLang="en-US" sz="2800" b="0" i="1" smtClean="0">
                          <a:latin typeface="Cambria Math" panose="02040503050406030204" pitchFamily="18" charset="0"/>
                        </a:rPr>
                        <m:t>𝑚</m:t>
                      </m:r>
                      <m:r>
                        <a:rPr lang="en-US" altLang="en-US" sz="2800" b="0" i="1" smtClean="0">
                          <a:latin typeface="Cambria Math" panose="02040503050406030204" pitchFamily="18" charset="0"/>
                        </a:rPr>
                        <m:t>−1} </m:t>
                      </m:r>
                    </m:oMath>
                  </m:oMathPara>
                </a14:m>
                <a:endParaRPr lang="en-US" altLang="en-US" sz="2800" dirty="0"/>
              </a:p>
              <a:p>
                <a:pPr marL="0" indent="0">
                  <a:lnSpc>
                    <a:spcPct val="90000"/>
                  </a:lnSpc>
                  <a:buNone/>
                  <a:tabLst>
                    <a:tab pos="685800" algn="l"/>
                  </a:tabLst>
                  <a:defRPr/>
                </a:pPr>
                <a:endParaRPr lang="en-US" altLang="en-US" sz="1000" dirty="0"/>
              </a:p>
              <a:p>
                <a:pPr marL="342900" marR="0" lvl="0" indent="-342900" algn="l" defTabSz="914400" rtl="0" eaLnBrk="1" fontAlgn="base" latinLnBrk="0" hangingPunct="1">
                  <a:lnSpc>
                    <a:spcPct val="100000"/>
                  </a:lnSpc>
                  <a:spcBef>
                    <a:spcPct val="20000"/>
                  </a:spcBef>
                  <a:spcAft>
                    <a:spcPct val="0"/>
                  </a:spcAft>
                  <a:buClr>
                    <a:srgbClr val="FF6600"/>
                  </a:buClr>
                  <a:buSzPct val="75000"/>
                  <a:buFontTx/>
                  <a:buBlip>
                    <a:blip r:embed="rId3"/>
                  </a:buBlip>
                  <a:tabLst>
                    <a:tab pos="465671" algn="l"/>
                  </a:tabLst>
                  <a:defRPr/>
                </a:pPr>
                <a:endParaRPr kumimoji="0" lang="en-US" sz="2800" b="0" i="0" u="none" strike="noStrike" kern="1200" cap="none" spc="0" normalizeH="0" baseline="0" noProof="0" dirty="0">
                  <a:ln>
                    <a:noFill/>
                  </a:ln>
                  <a:solidFill>
                    <a:srgbClr val="000000"/>
                  </a:solidFill>
                  <a:effectLst/>
                  <a:uLnTx/>
                  <a:uFillTx/>
                  <a:latin typeface="Arial"/>
                  <a:ea typeface="ＭＳ Ｐゴシック" charset="0"/>
                  <a:cs typeface="Arial" charset="0"/>
                </a:endParaRPr>
              </a:p>
            </p:txBody>
          </p:sp>
        </mc:Choice>
        <mc:Fallback>
          <p:sp>
            <p:nvSpPr>
              <p:cNvPr id="9" name="object 7">
                <a:extLst>
                  <a:ext uri="{FF2B5EF4-FFF2-40B4-BE49-F238E27FC236}">
                    <a16:creationId xmlns:a16="http://schemas.microsoft.com/office/drawing/2014/main" id="{ACB0B48A-560D-4839-8006-6097D80F76DB}"/>
                  </a:ext>
                </a:extLst>
              </p:cNvPr>
              <p:cNvSpPr txBox="1">
                <a:spLocks noRot="1" noChangeAspect="1" noMove="1" noResize="1" noEditPoints="1" noAdjustHandles="1" noChangeArrowheads="1" noChangeShapeType="1" noTextEdit="1"/>
              </p:cNvSpPr>
              <p:nvPr/>
            </p:nvSpPr>
            <p:spPr bwMode="auto">
              <a:xfrm>
                <a:off x="457200" y="1228384"/>
                <a:ext cx="11430000" cy="4446602"/>
              </a:xfrm>
              <a:prstGeom prst="rect">
                <a:avLst/>
              </a:prstGeom>
              <a:blipFill>
                <a:blip r:embed="rId6"/>
                <a:stretch>
                  <a:fillRect t="-2564" r="-444"/>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extLst>
      <p:ext uri="{BB962C8B-B14F-4D97-AF65-F5344CB8AC3E}">
        <p14:creationId xmlns:p14="http://schemas.microsoft.com/office/powerpoint/2010/main" val="1756004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title"/>
          </p:nvPr>
        </p:nvSpPr>
        <p:spPr>
          <a:xfrm>
            <a:off x="457200" y="338065"/>
            <a:ext cx="11065008" cy="500137"/>
          </a:xfrm>
          <a:prstGeom prst="rect">
            <a:avLst/>
          </a:prstGeom>
          <a:noFill/>
          <a:ln>
            <a:noFill/>
          </a:ln>
        </p:spPr>
        <p:txBody>
          <a:bodyPr vert="horz" wrap="square" lIns="0" tIns="0" rIns="0" bIns="0" numCol="1" rtlCol="0" anchor="ctr" anchorCtr="0" compatLnSpc="1">
            <a:prstTxWarp prst="textNoShape">
              <a:avLst/>
            </a:prstTxWarp>
            <a:spAutoFit/>
          </a:bodyPr>
          <a:lstStyle/>
          <a:p>
            <a:pPr marL="11527">
              <a:lnSpc>
                <a:spcPts val="3916"/>
              </a:lnSpc>
            </a:pPr>
            <a:r>
              <a:rPr lang="en-US" sz="4000" b="1" dirty="0">
                <a:solidFill>
                  <a:srgbClr val="0070C0"/>
                </a:solidFill>
              </a:rPr>
              <a:t>Hashing, Contd.</a:t>
            </a:r>
            <a:endParaRPr sz="4000" b="1" spc="-18" dirty="0">
              <a:solidFill>
                <a:srgbClr val="0070C0"/>
              </a:solidFill>
            </a:endParaRPr>
          </a:p>
        </p:txBody>
      </p:sp>
      <p:sp>
        <p:nvSpPr>
          <p:cNvPr id="3" name="Slide Number Placeholder 2"/>
          <p:cNvSpPr>
            <a:spLocks noGrp="1"/>
          </p:cNvSpPr>
          <p:nvPr>
            <p:ph type="sldNum" sz="quarter" idx="4294967295"/>
          </p:nvPr>
        </p:nvSpPr>
        <p:spPr>
          <a:xfrm>
            <a:off x="8737600" y="6356351"/>
            <a:ext cx="2844800" cy="365125"/>
          </a:xfrm>
          <a:prstGeom prst="rect">
            <a:avLst/>
          </a:prstGeom>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C65781BD-3F4D-4CA7-A858-CE94DEA3B426}" type="slidenum">
              <a:rPr kumimoji="0" lang="en-US" sz="1800" b="0" i="0" u="none" strike="noStrike" kern="1200" cap="none" spc="0" normalizeH="0" baseline="0" noProof="0" smtClean="0">
                <a:ln>
                  <a:noFill/>
                </a:ln>
                <a:solidFill>
                  <a:srgbClr val="000000"/>
                </a:solidFill>
                <a:effectLst/>
                <a:uLnTx/>
                <a:uFillTx/>
                <a:latin typeface="Arial" charset="0"/>
                <a:ea typeface="ＭＳ Ｐゴシック"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18</a:t>
            </a:fld>
            <a:endParaRPr kumimoji="0" lang="en-US" sz="1800" b="0" i="0" u="none" strike="noStrike" kern="1200" cap="none" spc="0" normalizeH="0" baseline="0" noProof="0" dirty="0">
              <a:ln>
                <a:noFill/>
              </a:ln>
              <a:solidFill>
                <a:srgbClr val="000000"/>
              </a:solidFill>
              <a:effectLst/>
              <a:uLnTx/>
              <a:uFillTx/>
              <a:latin typeface="Arial" charset="0"/>
              <a:ea typeface="ＭＳ Ｐゴシック" pitchFamily="34" charset="-128"/>
              <a:cs typeface="+mn-cs"/>
            </a:endParaRPr>
          </a:p>
        </p:txBody>
      </p:sp>
      <p:sp>
        <p:nvSpPr>
          <p:cNvPr id="9" name="object 7">
            <a:extLst>
              <a:ext uri="{FF2B5EF4-FFF2-40B4-BE49-F238E27FC236}">
                <a16:creationId xmlns:a16="http://schemas.microsoft.com/office/drawing/2014/main" id="{ACB0B48A-560D-4839-8006-6097D80F76DB}"/>
              </a:ext>
            </a:extLst>
          </p:cNvPr>
          <p:cNvSpPr txBox="1">
            <a:spLocks/>
          </p:cNvSpPr>
          <p:nvPr/>
        </p:nvSpPr>
        <p:spPr bwMode="auto">
          <a:xfrm>
            <a:off x="457200" y="1230999"/>
            <a:ext cx="11430000" cy="52629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lvl1pPr marL="342900" indent="-342900" algn="l" rtl="0" eaLnBrk="1" fontAlgn="base" hangingPunct="1">
              <a:spcBef>
                <a:spcPct val="20000"/>
              </a:spcBef>
              <a:spcAft>
                <a:spcPct val="0"/>
              </a:spcAft>
              <a:buSzPct val="75000"/>
              <a:buBlip>
                <a:blip r:embed="rId3"/>
              </a:buBlip>
              <a:defRPr sz="3200">
                <a:solidFill>
                  <a:schemeClr val="tx1"/>
                </a:solidFill>
                <a:latin typeface="+mn-lt"/>
                <a:ea typeface="ＭＳ Ｐゴシック" charset="0"/>
                <a:cs typeface="+mn-cs"/>
              </a:defRPr>
            </a:lvl1pPr>
            <a:lvl2pPr marL="742950" indent="-285750" algn="l" rtl="0" eaLnBrk="1" fontAlgn="base" hangingPunct="1">
              <a:spcBef>
                <a:spcPct val="20000"/>
              </a:spcBef>
              <a:spcAft>
                <a:spcPct val="0"/>
              </a:spcAft>
              <a:buSzPct val="65000"/>
              <a:buBlip>
                <a:blip r:embed="rId4"/>
              </a:buBlip>
              <a:defRPr sz="2800">
                <a:solidFill>
                  <a:srgbClr val="000050"/>
                </a:solidFill>
                <a:latin typeface="+mn-lt"/>
                <a:ea typeface="ＭＳ Ｐゴシック" charset="0"/>
              </a:defRPr>
            </a:lvl2pPr>
            <a:lvl3pPr marL="1143000" indent="-228600" algn="l" rtl="0" eaLnBrk="1" fontAlgn="base" hangingPunct="1">
              <a:spcBef>
                <a:spcPct val="20000"/>
              </a:spcBef>
              <a:spcAft>
                <a:spcPct val="0"/>
              </a:spcAft>
              <a:buSzPct val="65000"/>
              <a:buBlip>
                <a:blip r:embed="rId5"/>
              </a:buBlip>
              <a:defRPr sz="2400">
                <a:solidFill>
                  <a:schemeClr val="tx1"/>
                </a:solidFill>
                <a:latin typeface="+mn-lt"/>
                <a:ea typeface="ＭＳ Ｐゴシック" charset="0"/>
              </a:defRPr>
            </a:lvl3pPr>
            <a:lvl4pPr marL="1600200" indent="-228600" algn="l" rtl="0" eaLnBrk="1" fontAlgn="base" hangingPunct="1">
              <a:spcBef>
                <a:spcPct val="20000"/>
              </a:spcBef>
              <a:spcAft>
                <a:spcPct val="0"/>
              </a:spcAft>
              <a:buChar char="–"/>
              <a:defRPr sz="2000">
                <a:solidFill>
                  <a:schemeClr val="tx1"/>
                </a:solidFill>
                <a:latin typeface="+mn-lt"/>
                <a:ea typeface="ＭＳ Ｐゴシック" charset="0"/>
              </a:defRPr>
            </a:lvl4pPr>
            <a:lvl5pPr marL="2057400" indent="-228600" algn="l" rtl="0" eaLnBrk="1" fontAlgn="base" hangingPunct="1">
              <a:spcBef>
                <a:spcPct val="20000"/>
              </a:spcBef>
              <a:spcAft>
                <a:spcPct val="0"/>
              </a:spcAft>
              <a:buChar char="»"/>
              <a:defRPr sz="2000">
                <a:solidFill>
                  <a:schemeClr val="tx1"/>
                </a:solidFill>
                <a:latin typeface="+mn-lt"/>
                <a:ea typeface="ＭＳ Ｐゴシック"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a:lnSpc>
                <a:spcPct val="90000"/>
              </a:lnSpc>
              <a:tabLst>
                <a:tab pos="685800" algn="l"/>
              </a:tabLst>
              <a:defRPr/>
            </a:pPr>
            <a:r>
              <a:rPr lang="en-US" altLang="en-US" sz="2800" dirty="0"/>
              <a:t>Generally, a hash function should</a:t>
            </a:r>
          </a:p>
          <a:p>
            <a:pPr lvl="1">
              <a:lnSpc>
                <a:spcPct val="90000"/>
              </a:lnSpc>
              <a:tabLst>
                <a:tab pos="685800" algn="l"/>
              </a:tabLst>
              <a:defRPr/>
            </a:pPr>
            <a:r>
              <a:rPr lang="en-US" altLang="en-US" sz="2400" dirty="0"/>
              <a:t>be easy to compute</a:t>
            </a:r>
          </a:p>
          <a:p>
            <a:pPr lvl="1">
              <a:lnSpc>
                <a:spcPct val="90000"/>
              </a:lnSpc>
              <a:tabLst>
                <a:tab pos="685800" algn="l"/>
              </a:tabLst>
              <a:defRPr/>
            </a:pPr>
            <a:r>
              <a:rPr lang="en-US" altLang="en-US" sz="2400" dirty="0"/>
              <a:t>distribute keys about evenly throughout the hash table</a:t>
            </a:r>
          </a:p>
          <a:p>
            <a:pPr marL="457200" lvl="1" indent="0">
              <a:lnSpc>
                <a:spcPct val="90000"/>
              </a:lnSpc>
              <a:buNone/>
              <a:tabLst>
                <a:tab pos="685800" algn="l"/>
              </a:tabLst>
              <a:defRPr/>
            </a:pPr>
            <a:endParaRPr lang="en-US" altLang="en-US" sz="800" dirty="0"/>
          </a:p>
          <a:p>
            <a:pPr marL="285750" indent="-228600">
              <a:lnSpc>
                <a:spcPct val="90000"/>
              </a:lnSpc>
              <a:tabLst>
                <a:tab pos="685800" algn="l"/>
              </a:tabLst>
              <a:defRPr/>
            </a:pPr>
            <a:r>
              <a:rPr lang="en-US" altLang="en-US" sz="2800" dirty="0"/>
              <a:t> Some hash functions</a:t>
            </a:r>
          </a:p>
          <a:p>
            <a:pPr lvl="1">
              <a:lnSpc>
                <a:spcPct val="90000"/>
              </a:lnSpc>
              <a:tabLst>
                <a:tab pos="685800" algn="l"/>
              </a:tabLst>
              <a:defRPr/>
            </a:pPr>
            <a:r>
              <a:rPr lang="en-US" altLang="en-US" sz="2400" dirty="0"/>
              <a:t>mod</a:t>
            </a:r>
          </a:p>
          <a:p>
            <a:pPr lvl="1">
              <a:lnSpc>
                <a:spcPct val="90000"/>
              </a:lnSpc>
              <a:tabLst>
                <a:tab pos="685800" algn="l"/>
              </a:tabLst>
              <a:defRPr/>
            </a:pPr>
            <a:r>
              <a:rPr lang="en-US" altLang="en-US" sz="2400" dirty="0"/>
              <a:t>truncation, e.g., keep 3 right most digits</a:t>
            </a:r>
          </a:p>
          <a:p>
            <a:pPr lvl="1">
              <a:lnSpc>
                <a:spcPct val="90000"/>
              </a:lnSpc>
              <a:tabLst>
                <a:tab pos="685800" algn="l"/>
              </a:tabLst>
              <a:defRPr/>
            </a:pPr>
            <a:r>
              <a:rPr lang="en-US" altLang="en-US" sz="2400" dirty="0"/>
              <a:t>squaring, e.g., square and truncate</a:t>
            </a:r>
          </a:p>
          <a:p>
            <a:pPr lvl="1">
              <a:lnSpc>
                <a:spcPct val="90000"/>
              </a:lnSpc>
              <a:tabLst>
                <a:tab pos="685800" algn="l"/>
              </a:tabLst>
              <a:defRPr/>
            </a:pPr>
            <a:r>
              <a:rPr lang="en-US" altLang="en-US" sz="2400" dirty="0"/>
              <a:t>radix conversion, e.g., 1234 treat it to be base 11, truncate if necessary</a:t>
            </a:r>
          </a:p>
          <a:p>
            <a:pPr lvl="1">
              <a:lnSpc>
                <a:spcPct val="90000"/>
              </a:lnSpc>
              <a:tabLst>
                <a:tab pos="685800" algn="l"/>
              </a:tabLst>
              <a:defRPr/>
            </a:pPr>
            <a:r>
              <a:rPr lang="en-US" altLang="en-US" sz="2400" dirty="0"/>
              <a:t>folding, e.g., 123|456|789: add them and take mod of table size</a:t>
            </a:r>
          </a:p>
          <a:p>
            <a:pPr marL="685800" lvl="1" indent="-228600">
              <a:lnSpc>
                <a:spcPct val="90000"/>
              </a:lnSpc>
              <a:tabLst>
                <a:tab pos="685800" algn="l"/>
              </a:tabLst>
              <a:defRPr/>
            </a:pPr>
            <a:endParaRPr lang="en-US" altLang="en-US" sz="800" b="0" dirty="0">
              <a:solidFill>
                <a:schemeClr val="tx1"/>
              </a:solidFill>
            </a:endParaRPr>
          </a:p>
          <a:p>
            <a:pPr>
              <a:lnSpc>
                <a:spcPct val="90000"/>
              </a:lnSpc>
              <a:defRPr/>
            </a:pPr>
            <a:r>
              <a:rPr kumimoji="0" lang="en-US" altLang="en-US" sz="2800" dirty="0"/>
              <a:t>Important applications</a:t>
            </a:r>
          </a:p>
          <a:p>
            <a:pPr lvl="1">
              <a:lnSpc>
                <a:spcPct val="90000"/>
              </a:lnSpc>
              <a:tabLst>
                <a:tab pos="685800" algn="l"/>
              </a:tabLst>
              <a:defRPr/>
            </a:pPr>
            <a:r>
              <a:rPr lang="en-US" altLang="en-US" sz="2400" dirty="0"/>
              <a:t>symbol tables</a:t>
            </a:r>
          </a:p>
          <a:p>
            <a:pPr lvl="1">
              <a:lnSpc>
                <a:spcPct val="90000"/>
              </a:lnSpc>
              <a:tabLst>
                <a:tab pos="685800" algn="l"/>
              </a:tabLst>
              <a:defRPr/>
            </a:pPr>
            <a:r>
              <a:rPr lang="en-US" altLang="en-US" sz="2400" dirty="0"/>
              <a:t>databases (extendible hashing)</a:t>
            </a:r>
          </a:p>
        </p:txBody>
      </p:sp>
      <p:sp>
        <p:nvSpPr>
          <p:cNvPr id="2" name="TextBox 1">
            <a:extLst>
              <a:ext uri="{FF2B5EF4-FFF2-40B4-BE49-F238E27FC236}">
                <a16:creationId xmlns:a16="http://schemas.microsoft.com/office/drawing/2014/main" id="{EC1CD185-0E08-C027-594F-53FE8C986427}"/>
              </a:ext>
            </a:extLst>
          </p:cNvPr>
          <p:cNvSpPr txBox="1"/>
          <p:nvPr/>
        </p:nvSpPr>
        <p:spPr>
          <a:xfrm>
            <a:off x="2667000" y="6673334"/>
            <a:ext cx="8534400" cy="184666"/>
          </a:xfrm>
          <a:prstGeom prst="rect">
            <a:avLst/>
          </a:prstGeom>
          <a:noFill/>
        </p:spPr>
        <p:txBody>
          <a:bodyPr wrap="square" rtlCol="0">
            <a:spAutoFit/>
          </a:bodyPr>
          <a:lstStyle/>
          <a:p>
            <a:r>
              <a:rPr lang="en-US" sz="600" dirty="0">
                <a:hlinkClick r:id="rId6"/>
              </a:rPr>
              <a:t>https://www.geeksforgeeks.org/folding-method-in-hashing/; http://estudies4you.blogspot.com/2017/09/symbol-table-organizing-using-hashing.html</a:t>
            </a:r>
            <a:r>
              <a:rPr lang="en-US" sz="600" dirty="0"/>
              <a:t>; </a:t>
            </a:r>
            <a:r>
              <a:rPr lang="en-US" sz="600" dirty="0">
                <a:hlinkClick r:id="rId7"/>
              </a:rPr>
              <a:t>https://www.geeksforgeeks.org/extendible-hashing-dynamic-approach-to-dbms/</a:t>
            </a:r>
            <a:endParaRPr lang="en-US" sz="600" dirty="0"/>
          </a:p>
        </p:txBody>
      </p:sp>
    </p:spTree>
    <p:extLst>
      <p:ext uri="{BB962C8B-B14F-4D97-AF65-F5344CB8AC3E}">
        <p14:creationId xmlns:p14="http://schemas.microsoft.com/office/powerpoint/2010/main" val="9003991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title"/>
          </p:nvPr>
        </p:nvSpPr>
        <p:spPr>
          <a:xfrm>
            <a:off x="457200" y="338065"/>
            <a:ext cx="11065008" cy="500137"/>
          </a:xfrm>
          <a:prstGeom prst="rect">
            <a:avLst/>
          </a:prstGeom>
          <a:noFill/>
          <a:ln>
            <a:noFill/>
          </a:ln>
        </p:spPr>
        <p:txBody>
          <a:bodyPr vert="horz" wrap="square" lIns="0" tIns="0" rIns="0" bIns="0" numCol="1" rtlCol="0" anchor="ctr" anchorCtr="0" compatLnSpc="1">
            <a:prstTxWarp prst="textNoShape">
              <a:avLst/>
            </a:prstTxWarp>
            <a:spAutoFit/>
          </a:bodyPr>
          <a:lstStyle/>
          <a:p>
            <a:pPr marL="11527">
              <a:lnSpc>
                <a:spcPts val="3916"/>
              </a:lnSpc>
            </a:pPr>
            <a:r>
              <a:rPr lang="en-US" sz="4000" b="1" dirty="0">
                <a:solidFill>
                  <a:srgbClr val="0070C0"/>
                </a:solidFill>
              </a:rPr>
              <a:t>Hashing, Contd.</a:t>
            </a:r>
            <a:endParaRPr sz="4000" b="1" spc="-18" dirty="0">
              <a:solidFill>
                <a:srgbClr val="0070C0"/>
              </a:solidFill>
            </a:endParaRPr>
          </a:p>
        </p:txBody>
      </p:sp>
      <p:sp>
        <p:nvSpPr>
          <p:cNvPr id="3" name="Slide Number Placeholder 2"/>
          <p:cNvSpPr>
            <a:spLocks noGrp="1"/>
          </p:cNvSpPr>
          <p:nvPr>
            <p:ph type="sldNum" sz="quarter" idx="4294967295"/>
          </p:nvPr>
        </p:nvSpPr>
        <p:spPr>
          <a:xfrm>
            <a:off x="8737600" y="6356351"/>
            <a:ext cx="2844800" cy="365125"/>
          </a:xfrm>
          <a:prstGeom prst="rect">
            <a:avLst/>
          </a:prstGeom>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C65781BD-3F4D-4CA7-A858-CE94DEA3B426}" type="slidenum">
              <a:rPr kumimoji="0" lang="en-US" sz="1800" b="0" i="0" u="none" strike="noStrike" kern="1200" cap="none" spc="0" normalizeH="0" baseline="0" noProof="0" smtClean="0">
                <a:ln>
                  <a:noFill/>
                </a:ln>
                <a:solidFill>
                  <a:srgbClr val="000000"/>
                </a:solidFill>
                <a:effectLst/>
                <a:uLnTx/>
                <a:uFillTx/>
                <a:latin typeface="Arial" charset="0"/>
                <a:ea typeface="ＭＳ Ｐゴシック"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19</a:t>
            </a:fld>
            <a:endParaRPr kumimoji="0" lang="en-US" sz="1800" b="0" i="0" u="none" strike="noStrike" kern="1200" cap="none" spc="0" normalizeH="0" baseline="0" noProof="0" dirty="0">
              <a:ln>
                <a:noFill/>
              </a:ln>
              <a:solidFill>
                <a:srgbClr val="000000"/>
              </a:solidFill>
              <a:effectLst/>
              <a:uLnTx/>
              <a:uFillTx/>
              <a:latin typeface="Arial" charset="0"/>
              <a:ea typeface="ＭＳ Ｐゴシック" pitchFamily="34" charset="-128"/>
              <a:cs typeface="+mn-cs"/>
            </a:endParaRPr>
          </a:p>
        </p:txBody>
      </p:sp>
      <p:sp>
        <p:nvSpPr>
          <p:cNvPr id="9" name="object 7">
            <a:extLst>
              <a:ext uri="{FF2B5EF4-FFF2-40B4-BE49-F238E27FC236}">
                <a16:creationId xmlns:a16="http://schemas.microsoft.com/office/drawing/2014/main" id="{ACB0B48A-560D-4839-8006-6097D80F76DB}"/>
              </a:ext>
            </a:extLst>
          </p:cNvPr>
          <p:cNvSpPr txBox="1">
            <a:spLocks/>
          </p:cNvSpPr>
          <p:nvPr/>
        </p:nvSpPr>
        <p:spPr bwMode="auto">
          <a:xfrm>
            <a:off x="457200" y="1228384"/>
            <a:ext cx="11430000"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lvl1pPr marL="342900" indent="-342900" algn="l" rtl="0" eaLnBrk="1" fontAlgn="base" hangingPunct="1">
              <a:spcBef>
                <a:spcPct val="20000"/>
              </a:spcBef>
              <a:spcAft>
                <a:spcPct val="0"/>
              </a:spcAft>
              <a:buSzPct val="75000"/>
              <a:buBlip>
                <a:blip r:embed="rId3"/>
              </a:buBlip>
              <a:defRPr sz="3200">
                <a:solidFill>
                  <a:schemeClr val="tx1"/>
                </a:solidFill>
                <a:latin typeface="+mn-lt"/>
                <a:ea typeface="ＭＳ Ｐゴシック" charset="0"/>
                <a:cs typeface="+mn-cs"/>
              </a:defRPr>
            </a:lvl1pPr>
            <a:lvl2pPr marL="742950" indent="-285750" algn="l" rtl="0" eaLnBrk="1" fontAlgn="base" hangingPunct="1">
              <a:spcBef>
                <a:spcPct val="20000"/>
              </a:spcBef>
              <a:spcAft>
                <a:spcPct val="0"/>
              </a:spcAft>
              <a:buSzPct val="65000"/>
              <a:buBlip>
                <a:blip r:embed="rId4"/>
              </a:buBlip>
              <a:defRPr sz="2800">
                <a:solidFill>
                  <a:srgbClr val="000050"/>
                </a:solidFill>
                <a:latin typeface="+mn-lt"/>
                <a:ea typeface="ＭＳ Ｐゴシック" charset="0"/>
              </a:defRPr>
            </a:lvl2pPr>
            <a:lvl3pPr marL="1143000" indent="-228600" algn="l" rtl="0" eaLnBrk="1" fontAlgn="base" hangingPunct="1">
              <a:spcBef>
                <a:spcPct val="20000"/>
              </a:spcBef>
              <a:spcAft>
                <a:spcPct val="0"/>
              </a:spcAft>
              <a:buSzPct val="65000"/>
              <a:buBlip>
                <a:blip r:embed="rId5"/>
              </a:buBlip>
              <a:defRPr sz="2400">
                <a:solidFill>
                  <a:schemeClr val="tx1"/>
                </a:solidFill>
                <a:latin typeface="+mn-lt"/>
                <a:ea typeface="ＭＳ Ｐゴシック" charset="0"/>
              </a:defRPr>
            </a:lvl3pPr>
            <a:lvl4pPr marL="1600200" indent="-228600" algn="l" rtl="0" eaLnBrk="1" fontAlgn="base" hangingPunct="1">
              <a:spcBef>
                <a:spcPct val="20000"/>
              </a:spcBef>
              <a:spcAft>
                <a:spcPct val="0"/>
              </a:spcAft>
              <a:buChar char="–"/>
              <a:defRPr sz="2000">
                <a:solidFill>
                  <a:schemeClr val="tx1"/>
                </a:solidFill>
                <a:latin typeface="+mn-lt"/>
                <a:ea typeface="ＭＳ Ｐゴシック" charset="0"/>
              </a:defRPr>
            </a:lvl4pPr>
            <a:lvl5pPr marL="2057400" indent="-228600" algn="l" rtl="0" eaLnBrk="1" fontAlgn="base" hangingPunct="1">
              <a:spcBef>
                <a:spcPct val="20000"/>
              </a:spcBef>
              <a:spcAft>
                <a:spcPct val="0"/>
              </a:spcAft>
              <a:buChar char="»"/>
              <a:defRPr sz="2000">
                <a:solidFill>
                  <a:schemeClr val="tx1"/>
                </a:solidFill>
                <a:latin typeface="+mn-lt"/>
                <a:ea typeface="ＭＳ Ｐゴシック"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a:buClr>
                <a:srgbClr val="FF6600"/>
              </a:buClr>
              <a:tabLst>
                <a:tab pos="465671" algn="l"/>
              </a:tabLst>
            </a:pPr>
            <a:r>
              <a:rPr lang="en-US" sz="2800" dirty="0">
                <a:solidFill>
                  <a:srgbClr val="000000"/>
                </a:solidFill>
                <a:latin typeface="Arial"/>
                <a:cs typeface="Arial" charset="0"/>
              </a:rPr>
              <a:t>DAT versus hashing</a:t>
            </a:r>
          </a:p>
        </p:txBody>
      </p:sp>
      <p:graphicFrame>
        <p:nvGraphicFramePr>
          <p:cNvPr id="2" name="Group 4">
            <a:extLst>
              <a:ext uri="{FF2B5EF4-FFF2-40B4-BE49-F238E27FC236}">
                <a16:creationId xmlns:a16="http://schemas.microsoft.com/office/drawing/2014/main" id="{D8D343E4-DFD7-7877-D99C-E41D6C6196EC}"/>
              </a:ext>
            </a:extLst>
          </p:cNvPr>
          <p:cNvGraphicFramePr>
            <a:graphicFrameLocks/>
          </p:cNvGraphicFramePr>
          <p:nvPr>
            <p:extLst>
              <p:ext uri="{D42A27DB-BD31-4B8C-83A1-F6EECF244321}">
                <p14:modId xmlns:p14="http://schemas.microsoft.com/office/powerpoint/2010/main" val="22933558"/>
              </p:ext>
            </p:extLst>
          </p:nvPr>
        </p:nvGraphicFramePr>
        <p:xfrm>
          <a:off x="8763001" y="2003420"/>
          <a:ext cx="2466975" cy="3559180"/>
        </p:xfrm>
        <a:graphic>
          <a:graphicData uri="http://schemas.openxmlformats.org/drawingml/2006/table">
            <a:tbl>
              <a:tblPr/>
              <a:tblGrid>
                <a:gridCol w="1295019">
                  <a:extLst>
                    <a:ext uri="{9D8B030D-6E8A-4147-A177-3AD203B41FA5}">
                      <a16:colId xmlns:a16="http://schemas.microsoft.com/office/drawing/2014/main" val="20000"/>
                    </a:ext>
                  </a:extLst>
                </a:gridCol>
                <a:gridCol w="1171956">
                  <a:extLst>
                    <a:ext uri="{9D8B030D-6E8A-4147-A177-3AD203B41FA5}">
                      <a16:colId xmlns:a16="http://schemas.microsoft.com/office/drawing/2014/main" val="20001"/>
                    </a:ext>
                  </a:extLst>
                </a:gridCol>
              </a:tblGrid>
              <a:tr h="355918">
                <a:tc>
                  <a:txBody>
                    <a:bodyPr/>
                    <a:lstStyle/>
                    <a:p>
                      <a:pPr marL="0" marR="0" lvl="0" indent="0" algn="l" defTabSz="914400" rtl="0" eaLnBrk="1" fontAlgn="base" latinLnBrk="0" hangingPunct="1">
                        <a:lnSpc>
                          <a:spcPct val="100000"/>
                        </a:lnSpc>
                        <a:spcBef>
                          <a:spcPts val="0"/>
                        </a:spcBef>
                        <a:spcAft>
                          <a:spcPct val="0"/>
                        </a:spcAft>
                        <a:buClrTx/>
                        <a:buSzTx/>
                        <a:buFontTx/>
                        <a:buNone/>
                        <a:tabLst/>
                      </a:pPr>
                      <a:endParaRPr kumimoji="0" lang="en-US" sz="1800" b="0" i="0" u="none" strike="noStrike" kern="1200" cap="none" normalizeH="0" baseline="0" dirty="0">
                        <a:ln>
                          <a:noFill/>
                        </a:ln>
                        <a:solidFill>
                          <a:schemeClr val="tx1"/>
                        </a:solidFill>
                        <a:effectLst/>
                        <a:latin typeface="Arial" charset="0"/>
                        <a:ea typeface="ＭＳ Ｐゴシック" pitchFamily="-107" charset="-128"/>
                        <a:cs typeface="+mn-cs"/>
                      </a:endParaRPr>
                    </a:p>
                  </a:txBody>
                  <a:tcPr marL="17996" marR="71982" marT="18002" marB="1800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Tx/>
                        <a:buSzTx/>
                        <a:buFontTx/>
                        <a:buNone/>
                        <a:tabLst/>
                      </a:pPr>
                      <a:endParaRPr kumimoji="0" lang="en-US" sz="1800" b="0" i="0" u="none" strike="noStrike" kern="1200" cap="none" normalizeH="0" baseline="0">
                        <a:ln>
                          <a:noFill/>
                        </a:ln>
                        <a:solidFill>
                          <a:schemeClr val="tx1"/>
                        </a:solidFill>
                        <a:effectLst/>
                        <a:latin typeface="Arial" charset="0"/>
                        <a:ea typeface="ＭＳ Ｐゴシック" pitchFamily="-107" charset="-128"/>
                        <a:cs typeface="+mn-cs"/>
                      </a:endParaRPr>
                    </a:p>
                  </a:txBody>
                  <a:tcPr marL="17996" marR="71982" marT="18002" marB="1800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55918">
                <a:tc>
                  <a:txBody>
                    <a:bodyPr/>
                    <a:lstStyle/>
                    <a:p>
                      <a:pPr marL="0" marR="0" lvl="0" indent="0" algn="l" defTabSz="914400" rtl="0" eaLnBrk="1" fontAlgn="base" latinLnBrk="0" hangingPunct="1">
                        <a:lnSpc>
                          <a:spcPct val="100000"/>
                        </a:lnSpc>
                        <a:spcBef>
                          <a:spcPts val="0"/>
                        </a:spcBef>
                        <a:spcAft>
                          <a:spcPct val="0"/>
                        </a:spcAft>
                        <a:buClrTx/>
                        <a:buSzTx/>
                        <a:buFontTx/>
                        <a:buNone/>
                        <a:tabLst/>
                      </a:pPr>
                      <a:endParaRPr kumimoji="0" lang="en-US" sz="1800" b="0" i="0" u="none" strike="noStrike" kern="1200" cap="none" normalizeH="0" baseline="0" dirty="0">
                        <a:ln>
                          <a:noFill/>
                        </a:ln>
                        <a:solidFill>
                          <a:schemeClr val="tx1"/>
                        </a:solidFill>
                        <a:effectLst/>
                        <a:latin typeface="Arial" charset="0"/>
                        <a:ea typeface="ＭＳ Ｐゴシック" pitchFamily="-107" charset="-128"/>
                        <a:cs typeface="+mn-cs"/>
                      </a:endParaRPr>
                    </a:p>
                  </a:txBody>
                  <a:tcPr marL="17996" marR="71982" marT="18002" marB="1800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Tx/>
                        <a:buSzTx/>
                        <a:buFontTx/>
                        <a:buNone/>
                        <a:tabLst/>
                      </a:pPr>
                      <a:endParaRPr kumimoji="0" lang="en-US" sz="1800" b="0" i="0" u="none" strike="noStrike" kern="1200" cap="none" normalizeH="0" baseline="0">
                        <a:ln>
                          <a:noFill/>
                        </a:ln>
                        <a:solidFill>
                          <a:schemeClr val="tx1"/>
                        </a:solidFill>
                        <a:effectLst/>
                        <a:latin typeface="Arial" charset="0"/>
                        <a:ea typeface="ＭＳ Ｐゴシック" pitchFamily="-107" charset="-128"/>
                        <a:cs typeface="+mn-cs"/>
                      </a:endParaRPr>
                    </a:p>
                  </a:txBody>
                  <a:tcPr marL="17996" marR="71982" marT="18002" marB="1800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55918">
                <a:tc>
                  <a:txBody>
                    <a:bodyPr/>
                    <a:lstStyle/>
                    <a:p>
                      <a:pPr marL="0" marR="0" lvl="0" indent="0" algn="l" defTabSz="914400" rtl="0" eaLnBrk="1" fontAlgn="base" latinLnBrk="0" hangingPunct="1">
                        <a:lnSpc>
                          <a:spcPct val="100000"/>
                        </a:lnSpc>
                        <a:spcBef>
                          <a:spcPts val="0"/>
                        </a:spcBef>
                        <a:spcAft>
                          <a:spcPct val="0"/>
                        </a:spcAft>
                        <a:buClrTx/>
                        <a:buSzTx/>
                        <a:buFontTx/>
                        <a:buNone/>
                        <a:tabLst/>
                      </a:pPr>
                      <a:endParaRPr kumimoji="0" lang="en-US" sz="1800" b="0" i="0" u="none" strike="noStrike" kern="1200" cap="none" normalizeH="0" baseline="0" dirty="0">
                        <a:ln>
                          <a:noFill/>
                        </a:ln>
                        <a:solidFill>
                          <a:schemeClr val="tx1"/>
                        </a:solidFill>
                        <a:effectLst/>
                        <a:latin typeface="Arial" charset="0"/>
                        <a:ea typeface="ＭＳ Ｐゴシック" pitchFamily="-107" charset="-128"/>
                        <a:cs typeface="+mn-cs"/>
                      </a:endParaRPr>
                    </a:p>
                  </a:txBody>
                  <a:tcPr marL="17996" marR="71982" marT="18002" marB="1800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Tx/>
                        <a:buSzTx/>
                        <a:buFontTx/>
                        <a:buNone/>
                        <a:tabLst/>
                      </a:pPr>
                      <a:endParaRPr kumimoji="0" lang="en-US" sz="1800" b="0" i="0" u="none" strike="noStrike" kern="1200" cap="none" normalizeH="0" baseline="0" dirty="0">
                        <a:ln>
                          <a:noFill/>
                        </a:ln>
                        <a:solidFill>
                          <a:schemeClr val="tx1"/>
                        </a:solidFill>
                        <a:effectLst/>
                        <a:latin typeface="Arial" charset="0"/>
                        <a:ea typeface="ＭＳ Ｐゴシック" pitchFamily="-107" charset="-128"/>
                        <a:cs typeface="+mn-cs"/>
                      </a:endParaRPr>
                    </a:p>
                  </a:txBody>
                  <a:tcPr marL="17996" marR="71982" marT="18002" marB="1800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55918">
                <a:tc>
                  <a:txBody>
                    <a:bodyPr/>
                    <a:lstStyle/>
                    <a:p>
                      <a:pPr marL="0" marR="0" lvl="0" indent="0" algn="l" defTabSz="914400" rtl="0" eaLnBrk="1" fontAlgn="base" latinLnBrk="0" hangingPunct="1">
                        <a:lnSpc>
                          <a:spcPct val="100000"/>
                        </a:lnSpc>
                        <a:spcBef>
                          <a:spcPts val="0"/>
                        </a:spcBef>
                        <a:spcAft>
                          <a:spcPct val="0"/>
                        </a:spcAft>
                        <a:buClrTx/>
                        <a:buSzTx/>
                        <a:buFontTx/>
                        <a:buNone/>
                        <a:tabLst/>
                      </a:pPr>
                      <a:r>
                        <a:rPr kumimoji="0" lang="en-US" sz="1800" b="0" i="0" u="none" strike="noStrike" kern="1200" cap="none" normalizeH="0" baseline="0" dirty="0">
                          <a:ln>
                            <a:noFill/>
                          </a:ln>
                          <a:solidFill>
                            <a:schemeClr val="tx1"/>
                          </a:solidFill>
                          <a:effectLst/>
                          <a:latin typeface="Arial" charset="0"/>
                          <a:ea typeface="ＭＳ Ｐゴシック" pitchFamily="-107" charset="-128"/>
                          <a:cs typeface="+mn-cs"/>
                        </a:rPr>
                        <a:t>5336663</a:t>
                      </a:r>
                    </a:p>
                  </a:txBody>
                  <a:tcPr marL="17996" marR="71982" marT="18002" marB="1800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Tx/>
                        <a:buSzTx/>
                        <a:buFontTx/>
                        <a:buNone/>
                        <a:tabLst/>
                      </a:pPr>
                      <a:r>
                        <a:rPr kumimoji="0" lang="en-US" sz="1800" b="0" i="0" u="none" strike="noStrike" kern="1200" cap="none" normalizeH="0" baseline="0" dirty="0">
                          <a:ln>
                            <a:noFill/>
                          </a:ln>
                          <a:solidFill>
                            <a:schemeClr val="tx1"/>
                          </a:solidFill>
                          <a:effectLst/>
                          <a:latin typeface="Arial" charset="0"/>
                          <a:ea typeface="ＭＳ Ｐゴシック" pitchFamily="-107" charset="-128"/>
                          <a:cs typeface="+mn-cs"/>
                        </a:rPr>
                        <a:t>“Sara”</a:t>
                      </a:r>
                    </a:p>
                  </a:txBody>
                  <a:tcPr marL="17996" marR="71982" marT="18002" marB="1800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55918">
                <a:tc>
                  <a:txBody>
                    <a:bodyPr/>
                    <a:lstStyle/>
                    <a:p>
                      <a:pPr marL="0" marR="0" lvl="0" indent="0" algn="l" defTabSz="914400" rtl="0" eaLnBrk="1" fontAlgn="base" latinLnBrk="0" hangingPunct="1">
                        <a:lnSpc>
                          <a:spcPct val="100000"/>
                        </a:lnSpc>
                        <a:spcBef>
                          <a:spcPts val="0"/>
                        </a:spcBef>
                        <a:spcAft>
                          <a:spcPct val="0"/>
                        </a:spcAft>
                        <a:buClrTx/>
                        <a:buSzTx/>
                        <a:buFontTx/>
                        <a:buNone/>
                        <a:tabLst/>
                      </a:pPr>
                      <a:endParaRPr kumimoji="0" lang="en-US" sz="1800" b="0" i="0" u="none" strike="noStrike" kern="1200" cap="none" normalizeH="0" baseline="0">
                        <a:ln>
                          <a:noFill/>
                        </a:ln>
                        <a:solidFill>
                          <a:schemeClr val="tx1"/>
                        </a:solidFill>
                        <a:effectLst/>
                        <a:latin typeface="Arial" charset="0"/>
                        <a:ea typeface="ＭＳ Ｐゴシック" pitchFamily="-107" charset="-128"/>
                        <a:cs typeface="+mn-cs"/>
                      </a:endParaRPr>
                    </a:p>
                  </a:txBody>
                  <a:tcPr marL="17996" marR="71982" marT="18002" marB="1800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Tx/>
                        <a:buSzTx/>
                        <a:buFontTx/>
                        <a:buNone/>
                        <a:tabLst/>
                      </a:pPr>
                      <a:endParaRPr kumimoji="0" lang="en-US" sz="1800" b="0" i="0" u="none" strike="noStrike" kern="1200" cap="none" normalizeH="0" baseline="0" dirty="0">
                        <a:ln>
                          <a:noFill/>
                        </a:ln>
                        <a:solidFill>
                          <a:schemeClr val="tx1"/>
                        </a:solidFill>
                        <a:effectLst/>
                        <a:latin typeface="Arial" charset="0"/>
                        <a:ea typeface="ＭＳ Ｐゴシック" pitchFamily="-107" charset="-128"/>
                        <a:cs typeface="+mn-cs"/>
                      </a:endParaRPr>
                    </a:p>
                  </a:txBody>
                  <a:tcPr marL="17996" marR="71982" marT="18002" marB="1800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55918">
                <a:tc>
                  <a:txBody>
                    <a:bodyPr/>
                    <a:lstStyle/>
                    <a:p>
                      <a:pPr marL="0" marR="0" lvl="0" indent="0" algn="l" defTabSz="914400" rtl="0" eaLnBrk="1" fontAlgn="base" latinLnBrk="0" hangingPunct="1">
                        <a:lnSpc>
                          <a:spcPct val="100000"/>
                        </a:lnSpc>
                        <a:spcBef>
                          <a:spcPts val="0"/>
                        </a:spcBef>
                        <a:spcAft>
                          <a:spcPct val="0"/>
                        </a:spcAft>
                        <a:buClrTx/>
                        <a:buSzTx/>
                        <a:buFontTx/>
                        <a:buNone/>
                        <a:tabLst/>
                      </a:pPr>
                      <a:endParaRPr kumimoji="0" lang="en-US" sz="1800" b="0" i="0" u="none" strike="noStrike" kern="1200" cap="none" normalizeH="0" baseline="0">
                        <a:ln>
                          <a:noFill/>
                        </a:ln>
                        <a:solidFill>
                          <a:schemeClr val="tx1"/>
                        </a:solidFill>
                        <a:effectLst/>
                        <a:latin typeface="Arial" charset="0"/>
                        <a:ea typeface="ＭＳ Ｐゴシック" pitchFamily="-107" charset="-128"/>
                        <a:cs typeface="+mn-cs"/>
                      </a:endParaRPr>
                    </a:p>
                  </a:txBody>
                  <a:tcPr marL="17996" marR="71982" marT="18002" marB="1800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Tx/>
                        <a:buSzTx/>
                        <a:buFontTx/>
                        <a:buNone/>
                        <a:tabLst/>
                      </a:pPr>
                      <a:endParaRPr kumimoji="0" lang="en-US" sz="1800" b="0" i="0" u="none" strike="noStrike" kern="1200" cap="none" normalizeH="0" baseline="0" dirty="0">
                        <a:ln>
                          <a:noFill/>
                        </a:ln>
                        <a:solidFill>
                          <a:schemeClr val="tx1"/>
                        </a:solidFill>
                        <a:effectLst/>
                        <a:latin typeface="Arial" charset="0"/>
                        <a:ea typeface="ＭＳ Ｐゴシック" pitchFamily="-107" charset="-128"/>
                        <a:cs typeface="+mn-cs"/>
                      </a:endParaRPr>
                    </a:p>
                  </a:txBody>
                  <a:tcPr marL="17996" marR="71982" marT="18002" marB="1800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55918">
                <a:tc>
                  <a:txBody>
                    <a:bodyPr/>
                    <a:lstStyle/>
                    <a:p>
                      <a:pPr marL="0" marR="0" lvl="0" indent="0" algn="l" defTabSz="914400" rtl="0" eaLnBrk="1" fontAlgn="base" latinLnBrk="0" hangingPunct="1">
                        <a:lnSpc>
                          <a:spcPct val="100000"/>
                        </a:lnSpc>
                        <a:spcBef>
                          <a:spcPts val="0"/>
                        </a:spcBef>
                        <a:spcAft>
                          <a:spcPct val="0"/>
                        </a:spcAft>
                        <a:buClrTx/>
                        <a:buSzTx/>
                        <a:buFontTx/>
                        <a:buNone/>
                        <a:tabLst/>
                      </a:pPr>
                      <a:r>
                        <a:rPr kumimoji="0" lang="en-US" sz="1800" b="0" i="0" u="none" strike="noStrike" kern="1200" cap="none" normalizeH="0" baseline="0" dirty="0">
                          <a:ln>
                            <a:noFill/>
                          </a:ln>
                          <a:solidFill>
                            <a:schemeClr val="tx1"/>
                          </a:solidFill>
                          <a:effectLst/>
                          <a:latin typeface="Arial" charset="0"/>
                          <a:ea typeface="ＭＳ Ｐゴシック" pitchFamily="-107" charset="-128"/>
                          <a:cs typeface="+mn-cs"/>
                        </a:rPr>
                        <a:t>5661116</a:t>
                      </a:r>
                    </a:p>
                  </a:txBody>
                  <a:tcPr marL="17996" marR="71982" marT="18002" marB="1800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Tx/>
                        <a:buSzTx/>
                        <a:buFontTx/>
                        <a:buNone/>
                        <a:tabLst/>
                      </a:pPr>
                      <a:r>
                        <a:rPr kumimoji="0" lang="en-US" sz="1800" b="0" i="0" u="none" strike="noStrike" kern="1200" cap="none" normalizeH="0" baseline="0" dirty="0">
                          <a:ln>
                            <a:noFill/>
                          </a:ln>
                          <a:solidFill>
                            <a:schemeClr val="tx1"/>
                          </a:solidFill>
                          <a:effectLst/>
                          <a:latin typeface="Arial" charset="0"/>
                          <a:ea typeface="ＭＳ Ｐゴシック" pitchFamily="-107" charset="-128"/>
                          <a:cs typeface="+mn-cs"/>
                        </a:rPr>
                        <a:t>“ Ross”</a:t>
                      </a:r>
                    </a:p>
                  </a:txBody>
                  <a:tcPr marL="17996" marR="71982" marT="18002" marB="1800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55918">
                <a:tc>
                  <a:txBody>
                    <a:bodyPr/>
                    <a:lstStyle/>
                    <a:p>
                      <a:pPr marL="0" marR="0" lvl="0" indent="0" algn="l" defTabSz="914400" rtl="0" eaLnBrk="1" fontAlgn="base" latinLnBrk="0" hangingPunct="1">
                        <a:lnSpc>
                          <a:spcPct val="100000"/>
                        </a:lnSpc>
                        <a:spcBef>
                          <a:spcPts val="0"/>
                        </a:spcBef>
                        <a:spcAft>
                          <a:spcPct val="0"/>
                        </a:spcAft>
                        <a:buClrTx/>
                        <a:buSzTx/>
                        <a:buFontTx/>
                        <a:buNone/>
                        <a:tabLst/>
                      </a:pPr>
                      <a:endParaRPr kumimoji="0" lang="en-US" sz="1800" b="0" i="0" u="none" strike="noStrike" kern="1200" cap="none" normalizeH="0" baseline="0" dirty="0">
                        <a:ln>
                          <a:noFill/>
                        </a:ln>
                        <a:solidFill>
                          <a:schemeClr val="tx1"/>
                        </a:solidFill>
                        <a:effectLst/>
                        <a:latin typeface="Arial" charset="0"/>
                        <a:ea typeface="ＭＳ Ｐゴシック" pitchFamily="-107" charset="-128"/>
                        <a:cs typeface="+mn-cs"/>
                      </a:endParaRPr>
                    </a:p>
                  </a:txBody>
                  <a:tcPr marL="17996" marR="71982" marT="18002" marB="1800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Tx/>
                        <a:buSzTx/>
                        <a:buFontTx/>
                        <a:buNone/>
                        <a:tabLst/>
                      </a:pPr>
                      <a:endParaRPr kumimoji="0" lang="en-US" sz="1800" b="0" i="0" u="none" strike="noStrike" kern="1200" cap="none" normalizeH="0" baseline="0" dirty="0">
                        <a:ln>
                          <a:noFill/>
                        </a:ln>
                        <a:solidFill>
                          <a:schemeClr val="tx1"/>
                        </a:solidFill>
                        <a:effectLst/>
                        <a:latin typeface="Arial" charset="0"/>
                        <a:ea typeface="ＭＳ Ｐゴシック" pitchFamily="-107" charset="-128"/>
                        <a:cs typeface="+mn-cs"/>
                      </a:endParaRPr>
                    </a:p>
                  </a:txBody>
                  <a:tcPr marL="17996" marR="71982" marT="18002" marB="1800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55918">
                <a:tc>
                  <a:txBody>
                    <a:bodyPr/>
                    <a:lstStyle/>
                    <a:p>
                      <a:pPr marL="0" marR="0" lvl="0" indent="0" algn="l" defTabSz="914400" rtl="0" eaLnBrk="1" fontAlgn="base" latinLnBrk="0" hangingPunct="1">
                        <a:lnSpc>
                          <a:spcPct val="100000"/>
                        </a:lnSpc>
                        <a:spcBef>
                          <a:spcPts val="0"/>
                        </a:spcBef>
                        <a:spcAft>
                          <a:spcPct val="0"/>
                        </a:spcAft>
                        <a:buClrTx/>
                        <a:buSzTx/>
                        <a:buFontTx/>
                        <a:buNone/>
                        <a:tabLst/>
                      </a:pPr>
                      <a:endParaRPr kumimoji="0" lang="en-US" sz="1800" b="0" i="0" u="none" strike="noStrike" kern="1200" cap="none" normalizeH="0" baseline="0">
                        <a:ln>
                          <a:noFill/>
                        </a:ln>
                        <a:solidFill>
                          <a:schemeClr val="tx1"/>
                        </a:solidFill>
                        <a:effectLst/>
                        <a:latin typeface="Arial" charset="0"/>
                        <a:ea typeface="ＭＳ Ｐゴシック" pitchFamily="-107" charset="-128"/>
                        <a:cs typeface="+mn-cs"/>
                      </a:endParaRPr>
                    </a:p>
                  </a:txBody>
                  <a:tcPr marL="17996" marR="71982" marT="18002" marB="1800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Tx/>
                        <a:buSzTx/>
                        <a:buFontTx/>
                        <a:buNone/>
                        <a:tabLst/>
                      </a:pPr>
                      <a:endParaRPr kumimoji="0" lang="en-US" sz="1800" b="0" i="0" u="none" strike="noStrike" kern="1200" cap="none" normalizeH="0" baseline="0" dirty="0">
                        <a:ln>
                          <a:noFill/>
                        </a:ln>
                        <a:solidFill>
                          <a:schemeClr val="tx1"/>
                        </a:solidFill>
                        <a:effectLst/>
                        <a:latin typeface="Arial" charset="0"/>
                        <a:ea typeface="ＭＳ Ｐゴシック" pitchFamily="-107" charset="-128"/>
                        <a:cs typeface="+mn-cs"/>
                      </a:endParaRPr>
                    </a:p>
                  </a:txBody>
                  <a:tcPr marL="17996" marR="71982" marT="18002" marB="1800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55918">
                <a:tc>
                  <a:txBody>
                    <a:bodyPr/>
                    <a:lstStyle/>
                    <a:p>
                      <a:pPr marL="0" marR="0" lvl="0" indent="0" algn="l" defTabSz="914400" rtl="0" eaLnBrk="1" fontAlgn="base" latinLnBrk="0" hangingPunct="1">
                        <a:lnSpc>
                          <a:spcPct val="100000"/>
                        </a:lnSpc>
                        <a:spcBef>
                          <a:spcPts val="0"/>
                        </a:spcBef>
                        <a:spcAft>
                          <a:spcPct val="0"/>
                        </a:spcAft>
                        <a:buClrTx/>
                        <a:buSzTx/>
                        <a:buFontTx/>
                        <a:buNone/>
                        <a:tabLst/>
                      </a:pPr>
                      <a:endParaRPr kumimoji="0" lang="en-US" sz="1800" b="0" i="0" u="none" strike="noStrike" kern="1200" cap="none" normalizeH="0" baseline="0" dirty="0">
                        <a:ln>
                          <a:noFill/>
                        </a:ln>
                        <a:solidFill>
                          <a:schemeClr val="tx1"/>
                        </a:solidFill>
                        <a:effectLst/>
                        <a:latin typeface="Arial" charset="0"/>
                        <a:ea typeface="ＭＳ Ｐゴシック" pitchFamily="-107" charset="-128"/>
                        <a:cs typeface="+mn-cs"/>
                      </a:endParaRPr>
                    </a:p>
                  </a:txBody>
                  <a:tcPr marL="17996" marR="71982" marT="18002" marB="1800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Tx/>
                        <a:buSzTx/>
                        <a:buFontTx/>
                        <a:buNone/>
                        <a:tabLst/>
                      </a:pPr>
                      <a:endParaRPr kumimoji="0" lang="en-US" sz="1800" b="0" i="0" u="none" strike="noStrike" kern="1200" cap="none" normalizeH="0" baseline="0" dirty="0">
                        <a:ln>
                          <a:noFill/>
                        </a:ln>
                        <a:solidFill>
                          <a:schemeClr val="tx1"/>
                        </a:solidFill>
                        <a:effectLst/>
                        <a:latin typeface="Arial" charset="0"/>
                        <a:ea typeface="ＭＳ Ｐゴシック" pitchFamily="-107" charset="-128"/>
                        <a:cs typeface="+mn-cs"/>
                      </a:endParaRPr>
                    </a:p>
                  </a:txBody>
                  <a:tcPr marL="17996" marR="71982" marT="18002" marB="1800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graphicFrame>
        <p:nvGraphicFramePr>
          <p:cNvPr id="4" name="Group 39">
            <a:extLst>
              <a:ext uri="{FF2B5EF4-FFF2-40B4-BE49-F238E27FC236}">
                <a16:creationId xmlns:a16="http://schemas.microsoft.com/office/drawing/2014/main" id="{9A32C8E8-7F59-20FD-F24C-EBF6A29F3F5B}"/>
              </a:ext>
            </a:extLst>
          </p:cNvPr>
          <p:cNvGraphicFramePr>
            <a:graphicFrameLocks/>
          </p:cNvGraphicFramePr>
          <p:nvPr>
            <p:extLst>
              <p:ext uri="{D42A27DB-BD31-4B8C-83A1-F6EECF244321}">
                <p14:modId xmlns:p14="http://schemas.microsoft.com/office/powerpoint/2010/main" val="1603999294"/>
              </p:ext>
            </p:extLst>
          </p:nvPr>
        </p:nvGraphicFramePr>
        <p:xfrm>
          <a:off x="8286751" y="2003420"/>
          <a:ext cx="358775" cy="3559180"/>
        </p:xfrm>
        <a:graphic>
          <a:graphicData uri="http://schemas.openxmlformats.org/drawingml/2006/table">
            <a:tbl>
              <a:tblPr/>
              <a:tblGrid>
                <a:gridCol w="358775">
                  <a:extLst>
                    <a:ext uri="{9D8B030D-6E8A-4147-A177-3AD203B41FA5}">
                      <a16:colId xmlns:a16="http://schemas.microsoft.com/office/drawing/2014/main" val="20000"/>
                    </a:ext>
                  </a:extLst>
                </a:gridCol>
              </a:tblGrid>
              <a:tr h="355918">
                <a:tc>
                  <a:txBody>
                    <a:bodyPr/>
                    <a:lstStyle/>
                    <a:p>
                      <a:pPr marL="0" marR="0" lvl="0" indent="0" algn="ctr" defTabSz="914400" rtl="0" eaLnBrk="1" fontAlgn="base" latinLnBrk="0" hangingPunct="1">
                        <a:lnSpc>
                          <a:spcPct val="100000"/>
                        </a:lnSpc>
                        <a:spcBef>
                          <a:spcPts val="1000"/>
                        </a:spcBef>
                        <a:spcAft>
                          <a:spcPct val="0"/>
                        </a:spcAft>
                        <a:buClrTx/>
                        <a:buSzTx/>
                        <a:buFontTx/>
                        <a:buNone/>
                        <a:tabLst/>
                      </a:pPr>
                      <a:r>
                        <a:rPr kumimoji="0" lang="en-US" sz="1800" b="0" i="0" u="none" strike="noStrike" cap="none" normalizeH="0" baseline="0" dirty="0">
                          <a:ln>
                            <a:noFill/>
                          </a:ln>
                          <a:solidFill>
                            <a:schemeClr val="tx1"/>
                          </a:solidFill>
                          <a:effectLst/>
                          <a:latin typeface="Arial" charset="0"/>
                          <a:ea typeface="ＭＳ Ｐゴシック" pitchFamily="-107" charset="-128"/>
                        </a:rPr>
                        <a:t>0</a:t>
                      </a:r>
                    </a:p>
                  </a:txBody>
                  <a:tcPr marL="18000" marR="72000" marT="17999" marB="179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55918">
                <a:tc>
                  <a:txBody>
                    <a:bodyPr/>
                    <a:lstStyle/>
                    <a:p>
                      <a:pPr marL="0" marR="0" lvl="0" indent="0" algn="ctr" defTabSz="914400" rtl="0" eaLnBrk="1" fontAlgn="base" latinLnBrk="0" hangingPunct="1">
                        <a:lnSpc>
                          <a:spcPct val="100000"/>
                        </a:lnSpc>
                        <a:spcBef>
                          <a:spcPts val="1000"/>
                        </a:spcBef>
                        <a:spcAft>
                          <a:spcPct val="0"/>
                        </a:spcAft>
                        <a:buClrTx/>
                        <a:buSzTx/>
                        <a:buFontTx/>
                        <a:buNone/>
                        <a:tabLst/>
                      </a:pPr>
                      <a:r>
                        <a:rPr kumimoji="0" lang="en-US" sz="1800" b="0" i="0" u="none" strike="noStrike" cap="none" normalizeH="0" baseline="0">
                          <a:ln>
                            <a:noFill/>
                          </a:ln>
                          <a:solidFill>
                            <a:schemeClr val="tx1"/>
                          </a:solidFill>
                          <a:effectLst/>
                          <a:latin typeface="Arial" charset="0"/>
                          <a:ea typeface="ＭＳ Ｐゴシック" pitchFamily="-107" charset="-128"/>
                        </a:rPr>
                        <a:t>1</a:t>
                      </a:r>
                    </a:p>
                  </a:txBody>
                  <a:tcPr marL="18000" marR="72000" marT="17999" marB="179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55918">
                <a:tc>
                  <a:txBody>
                    <a:bodyPr/>
                    <a:lstStyle/>
                    <a:p>
                      <a:pPr marL="0" marR="0" lvl="0" indent="0" algn="ctr" defTabSz="914400" rtl="0" eaLnBrk="1" fontAlgn="base" latinLnBrk="0" hangingPunct="1">
                        <a:lnSpc>
                          <a:spcPct val="100000"/>
                        </a:lnSpc>
                        <a:spcBef>
                          <a:spcPts val="1000"/>
                        </a:spcBef>
                        <a:spcAft>
                          <a:spcPct val="0"/>
                        </a:spcAft>
                        <a:buClrTx/>
                        <a:buSzTx/>
                        <a:buFontTx/>
                        <a:buNone/>
                        <a:tabLst/>
                      </a:pPr>
                      <a:r>
                        <a:rPr kumimoji="0" lang="en-US" sz="1800" b="0" i="0" u="none" strike="noStrike" cap="none" normalizeH="0" baseline="0">
                          <a:ln>
                            <a:noFill/>
                          </a:ln>
                          <a:solidFill>
                            <a:schemeClr val="tx1"/>
                          </a:solidFill>
                          <a:effectLst/>
                          <a:latin typeface="Arial" charset="0"/>
                          <a:ea typeface="ＭＳ Ｐゴシック" pitchFamily="-107" charset="-128"/>
                        </a:rPr>
                        <a:t>2</a:t>
                      </a:r>
                    </a:p>
                  </a:txBody>
                  <a:tcPr marL="18000" marR="72000" marT="17999" marB="179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55918">
                <a:tc>
                  <a:txBody>
                    <a:bodyPr/>
                    <a:lstStyle/>
                    <a:p>
                      <a:pPr marL="0" marR="0" lvl="0" indent="0" algn="ctr" defTabSz="914400" rtl="0" eaLnBrk="1" fontAlgn="base" latinLnBrk="0" hangingPunct="1">
                        <a:lnSpc>
                          <a:spcPct val="100000"/>
                        </a:lnSpc>
                        <a:spcBef>
                          <a:spcPts val="1000"/>
                        </a:spcBef>
                        <a:spcAft>
                          <a:spcPct val="0"/>
                        </a:spcAft>
                        <a:buClrTx/>
                        <a:buSzTx/>
                        <a:buFontTx/>
                        <a:buNone/>
                        <a:tabLst/>
                      </a:pPr>
                      <a:r>
                        <a:rPr kumimoji="0" lang="en-US" sz="1800" b="0" i="0" u="none" strike="noStrike" cap="none" normalizeH="0" baseline="0">
                          <a:ln>
                            <a:noFill/>
                          </a:ln>
                          <a:solidFill>
                            <a:schemeClr val="tx1"/>
                          </a:solidFill>
                          <a:effectLst/>
                          <a:latin typeface="Arial" charset="0"/>
                          <a:ea typeface="ＭＳ Ｐゴシック" pitchFamily="-107" charset="-128"/>
                        </a:rPr>
                        <a:t>3</a:t>
                      </a:r>
                    </a:p>
                  </a:txBody>
                  <a:tcPr marL="18000" marR="72000" marT="17999" marB="179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55918">
                <a:tc>
                  <a:txBody>
                    <a:bodyPr/>
                    <a:lstStyle/>
                    <a:p>
                      <a:pPr marL="0" marR="0" lvl="0" indent="0" algn="ctr" defTabSz="914400" rtl="0" eaLnBrk="1" fontAlgn="base" latinLnBrk="0" hangingPunct="1">
                        <a:lnSpc>
                          <a:spcPct val="100000"/>
                        </a:lnSpc>
                        <a:spcBef>
                          <a:spcPts val="1000"/>
                        </a:spcBef>
                        <a:spcAft>
                          <a:spcPct val="0"/>
                        </a:spcAft>
                        <a:buClrTx/>
                        <a:buSzTx/>
                        <a:buFontTx/>
                        <a:buNone/>
                        <a:tabLst/>
                      </a:pPr>
                      <a:r>
                        <a:rPr kumimoji="0" lang="en-US" sz="1800" b="0" i="0" u="none" strike="noStrike" cap="none" normalizeH="0" baseline="0">
                          <a:ln>
                            <a:noFill/>
                          </a:ln>
                          <a:solidFill>
                            <a:schemeClr val="tx1"/>
                          </a:solidFill>
                          <a:effectLst/>
                          <a:latin typeface="Arial" charset="0"/>
                          <a:ea typeface="ＭＳ Ｐゴシック" pitchFamily="-107" charset="-128"/>
                        </a:rPr>
                        <a:t>4</a:t>
                      </a:r>
                    </a:p>
                  </a:txBody>
                  <a:tcPr marL="18000" marR="72000" marT="17999" marB="179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55918">
                <a:tc>
                  <a:txBody>
                    <a:bodyPr/>
                    <a:lstStyle/>
                    <a:p>
                      <a:pPr marL="0" marR="0" lvl="0" indent="0" algn="ctr" defTabSz="914400" rtl="0" eaLnBrk="1" fontAlgn="base" latinLnBrk="0" hangingPunct="1">
                        <a:lnSpc>
                          <a:spcPct val="100000"/>
                        </a:lnSpc>
                        <a:spcBef>
                          <a:spcPts val="1000"/>
                        </a:spcBef>
                        <a:spcAft>
                          <a:spcPct val="0"/>
                        </a:spcAft>
                        <a:buClrTx/>
                        <a:buSzTx/>
                        <a:buFontTx/>
                        <a:buNone/>
                        <a:tabLst/>
                      </a:pPr>
                      <a:r>
                        <a:rPr kumimoji="0" lang="en-US" sz="1800" b="0" i="0" u="none" strike="noStrike" cap="none" normalizeH="0" baseline="0">
                          <a:ln>
                            <a:noFill/>
                          </a:ln>
                          <a:solidFill>
                            <a:schemeClr val="tx1"/>
                          </a:solidFill>
                          <a:effectLst/>
                          <a:latin typeface="Arial" charset="0"/>
                          <a:ea typeface="ＭＳ Ｐゴシック" pitchFamily="-107" charset="-128"/>
                        </a:rPr>
                        <a:t>5</a:t>
                      </a:r>
                    </a:p>
                  </a:txBody>
                  <a:tcPr marL="18000" marR="72000" marT="17999" marB="179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55918">
                <a:tc>
                  <a:txBody>
                    <a:bodyPr/>
                    <a:lstStyle/>
                    <a:p>
                      <a:pPr marL="0" marR="0" lvl="0" indent="0" algn="ctr" defTabSz="914400" rtl="0" eaLnBrk="1" fontAlgn="base" latinLnBrk="0" hangingPunct="1">
                        <a:lnSpc>
                          <a:spcPct val="100000"/>
                        </a:lnSpc>
                        <a:spcBef>
                          <a:spcPts val="1000"/>
                        </a:spcBef>
                        <a:spcAft>
                          <a:spcPct val="0"/>
                        </a:spcAft>
                        <a:buClrTx/>
                        <a:buSzTx/>
                        <a:buFontTx/>
                        <a:buNone/>
                        <a:tabLst/>
                      </a:pPr>
                      <a:r>
                        <a:rPr kumimoji="0" lang="en-US" sz="1800" b="0" i="0" u="none" strike="noStrike" cap="none" normalizeH="0" baseline="0">
                          <a:ln>
                            <a:noFill/>
                          </a:ln>
                          <a:solidFill>
                            <a:schemeClr val="tx1"/>
                          </a:solidFill>
                          <a:effectLst/>
                          <a:latin typeface="Arial" charset="0"/>
                          <a:ea typeface="ＭＳ Ｐゴシック" pitchFamily="-107" charset="-128"/>
                        </a:rPr>
                        <a:t>6</a:t>
                      </a:r>
                    </a:p>
                  </a:txBody>
                  <a:tcPr marL="18000" marR="72000" marT="17999" marB="179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55918">
                <a:tc>
                  <a:txBody>
                    <a:bodyPr/>
                    <a:lstStyle/>
                    <a:p>
                      <a:pPr marL="0" marR="0" lvl="0" indent="0" algn="ctr" defTabSz="914400" rtl="0" eaLnBrk="1" fontAlgn="base" latinLnBrk="0" hangingPunct="1">
                        <a:lnSpc>
                          <a:spcPct val="100000"/>
                        </a:lnSpc>
                        <a:spcBef>
                          <a:spcPts val="1000"/>
                        </a:spcBef>
                        <a:spcAft>
                          <a:spcPct val="0"/>
                        </a:spcAft>
                        <a:buClrTx/>
                        <a:buSzTx/>
                        <a:buFontTx/>
                        <a:buNone/>
                        <a:tabLst/>
                      </a:pPr>
                      <a:r>
                        <a:rPr kumimoji="0" lang="en-US" sz="1800" b="0" i="0" u="none" strike="noStrike" cap="none" normalizeH="0" baseline="0">
                          <a:ln>
                            <a:noFill/>
                          </a:ln>
                          <a:solidFill>
                            <a:schemeClr val="tx1"/>
                          </a:solidFill>
                          <a:effectLst/>
                          <a:latin typeface="Arial" charset="0"/>
                          <a:ea typeface="ＭＳ Ｐゴシック" pitchFamily="-107" charset="-128"/>
                        </a:rPr>
                        <a:t>7</a:t>
                      </a:r>
                    </a:p>
                  </a:txBody>
                  <a:tcPr marL="18000" marR="72000" marT="17999" marB="179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55918">
                <a:tc>
                  <a:txBody>
                    <a:bodyPr/>
                    <a:lstStyle/>
                    <a:p>
                      <a:pPr marL="0" marR="0" lvl="0" indent="0" algn="ctr" defTabSz="914400" rtl="0" eaLnBrk="1" fontAlgn="base" latinLnBrk="0" hangingPunct="1">
                        <a:lnSpc>
                          <a:spcPct val="100000"/>
                        </a:lnSpc>
                        <a:spcBef>
                          <a:spcPts val="1000"/>
                        </a:spcBef>
                        <a:spcAft>
                          <a:spcPct val="0"/>
                        </a:spcAft>
                        <a:buClrTx/>
                        <a:buSzTx/>
                        <a:buFontTx/>
                        <a:buNone/>
                        <a:tabLst/>
                      </a:pPr>
                      <a:r>
                        <a:rPr kumimoji="0" lang="en-US" sz="1800" b="0" i="0" u="none" strike="noStrike" cap="none" normalizeH="0" baseline="0">
                          <a:ln>
                            <a:noFill/>
                          </a:ln>
                          <a:solidFill>
                            <a:schemeClr val="tx1"/>
                          </a:solidFill>
                          <a:effectLst/>
                          <a:latin typeface="Arial" charset="0"/>
                          <a:ea typeface="ＭＳ Ｐゴシック" pitchFamily="-107" charset="-128"/>
                        </a:rPr>
                        <a:t>8</a:t>
                      </a:r>
                    </a:p>
                  </a:txBody>
                  <a:tcPr marL="18000" marR="72000" marT="17999" marB="179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55918">
                <a:tc>
                  <a:txBody>
                    <a:bodyPr/>
                    <a:lstStyle/>
                    <a:p>
                      <a:pPr marL="0" marR="0" lvl="0" indent="0" algn="ctr" defTabSz="914400" rtl="0" eaLnBrk="1" fontAlgn="base" latinLnBrk="0" hangingPunct="1">
                        <a:lnSpc>
                          <a:spcPct val="100000"/>
                        </a:lnSpc>
                        <a:spcBef>
                          <a:spcPts val="1000"/>
                        </a:spcBef>
                        <a:spcAft>
                          <a:spcPct val="0"/>
                        </a:spcAft>
                        <a:buClrTx/>
                        <a:buSzTx/>
                        <a:buFontTx/>
                        <a:buNone/>
                        <a:tabLst/>
                      </a:pPr>
                      <a:r>
                        <a:rPr kumimoji="0" lang="en-US" sz="1800" b="0" i="0" u="none" strike="noStrike" cap="none" normalizeH="0" baseline="0" dirty="0">
                          <a:ln>
                            <a:noFill/>
                          </a:ln>
                          <a:solidFill>
                            <a:schemeClr val="tx1"/>
                          </a:solidFill>
                          <a:effectLst/>
                          <a:latin typeface="Arial" charset="0"/>
                          <a:ea typeface="ＭＳ Ｐゴシック" pitchFamily="-107" charset="-128"/>
                        </a:rPr>
                        <a:t>9</a:t>
                      </a:r>
                    </a:p>
                  </a:txBody>
                  <a:tcPr marL="18000" marR="72000" marT="17999" marB="1799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sp>
        <p:nvSpPr>
          <p:cNvPr id="5" name="Rectangle 1">
            <a:extLst>
              <a:ext uri="{FF2B5EF4-FFF2-40B4-BE49-F238E27FC236}">
                <a16:creationId xmlns:a16="http://schemas.microsoft.com/office/drawing/2014/main" id="{318D23A0-31BE-0583-74F4-41A6DD21F99D}"/>
              </a:ext>
            </a:extLst>
          </p:cNvPr>
          <p:cNvSpPr>
            <a:spLocks noChangeArrowheads="1"/>
          </p:cNvSpPr>
          <p:nvPr/>
        </p:nvSpPr>
        <p:spPr bwMode="auto">
          <a:xfrm>
            <a:off x="8991600" y="1330325"/>
            <a:ext cx="126265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spcBef>
                <a:spcPct val="50000"/>
              </a:spcBef>
              <a:buClrTx/>
              <a:buSzTx/>
              <a:buNone/>
            </a:pPr>
            <a:r>
              <a:rPr kumimoji="0" lang="en-US" altLang="en-US" sz="1600" dirty="0">
                <a:solidFill>
                  <a:srgbClr val="7030A0"/>
                </a:solidFill>
                <a:latin typeface="Arial" panose="020B0604020202020204" pitchFamily="34" charset="0"/>
                <a:ea typeface="MS PGothic" panose="020B0600070205080204" pitchFamily="34" charset="-128"/>
              </a:rPr>
              <a:t>Hash Table</a:t>
            </a:r>
          </a:p>
        </p:txBody>
      </p:sp>
      <p:graphicFrame>
        <p:nvGraphicFramePr>
          <p:cNvPr id="7" name="Group 4">
            <a:extLst>
              <a:ext uri="{FF2B5EF4-FFF2-40B4-BE49-F238E27FC236}">
                <a16:creationId xmlns:a16="http://schemas.microsoft.com/office/drawing/2014/main" id="{C4C97566-E4F3-3AB7-8480-6681AACC3AE6}"/>
              </a:ext>
            </a:extLst>
          </p:cNvPr>
          <p:cNvGraphicFramePr>
            <a:graphicFrameLocks/>
          </p:cNvGraphicFramePr>
          <p:nvPr>
            <p:extLst>
              <p:ext uri="{D42A27DB-BD31-4B8C-83A1-F6EECF244321}">
                <p14:modId xmlns:p14="http://schemas.microsoft.com/office/powerpoint/2010/main" val="223583660"/>
              </p:ext>
            </p:extLst>
          </p:nvPr>
        </p:nvGraphicFramePr>
        <p:xfrm>
          <a:off x="4114801" y="1983751"/>
          <a:ext cx="2466975" cy="3559180"/>
        </p:xfrm>
        <a:graphic>
          <a:graphicData uri="http://schemas.openxmlformats.org/drawingml/2006/table">
            <a:tbl>
              <a:tblPr/>
              <a:tblGrid>
                <a:gridCol w="1295019">
                  <a:extLst>
                    <a:ext uri="{9D8B030D-6E8A-4147-A177-3AD203B41FA5}">
                      <a16:colId xmlns:a16="http://schemas.microsoft.com/office/drawing/2014/main" val="20000"/>
                    </a:ext>
                  </a:extLst>
                </a:gridCol>
                <a:gridCol w="1171956">
                  <a:extLst>
                    <a:ext uri="{9D8B030D-6E8A-4147-A177-3AD203B41FA5}">
                      <a16:colId xmlns:a16="http://schemas.microsoft.com/office/drawing/2014/main" val="20001"/>
                    </a:ext>
                  </a:extLst>
                </a:gridCol>
              </a:tblGrid>
              <a:tr h="355918">
                <a:tc>
                  <a:txBody>
                    <a:bodyPr/>
                    <a:lstStyle/>
                    <a:p>
                      <a:pPr marL="0" marR="0" lvl="0" indent="0" algn="l" defTabSz="914400" rtl="0" eaLnBrk="1" fontAlgn="base" latinLnBrk="0" hangingPunct="1">
                        <a:lnSpc>
                          <a:spcPct val="100000"/>
                        </a:lnSpc>
                        <a:spcBef>
                          <a:spcPts val="0"/>
                        </a:spcBef>
                        <a:spcAft>
                          <a:spcPct val="0"/>
                        </a:spcAft>
                        <a:buClrTx/>
                        <a:buSzTx/>
                        <a:buFontTx/>
                        <a:buNone/>
                        <a:tabLst/>
                      </a:pPr>
                      <a:endParaRPr kumimoji="0" lang="en-US" sz="1800" b="0" i="0" u="none" strike="noStrike" kern="1200" cap="none" normalizeH="0" baseline="0" dirty="0">
                        <a:ln>
                          <a:noFill/>
                        </a:ln>
                        <a:solidFill>
                          <a:schemeClr val="tx1"/>
                        </a:solidFill>
                        <a:effectLst/>
                        <a:latin typeface="Arial" charset="0"/>
                        <a:ea typeface="ＭＳ Ｐゴシック" pitchFamily="-107" charset="-128"/>
                        <a:cs typeface="+mn-cs"/>
                      </a:endParaRPr>
                    </a:p>
                  </a:txBody>
                  <a:tcPr marL="17996" marR="71982" marT="18002" marB="1800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Tx/>
                        <a:buSzTx/>
                        <a:buFontTx/>
                        <a:buNone/>
                        <a:tabLst/>
                      </a:pPr>
                      <a:endParaRPr kumimoji="0" lang="en-US" sz="1800" b="0" i="0" u="none" strike="noStrike" kern="1200" cap="none" normalizeH="0" baseline="0">
                        <a:ln>
                          <a:noFill/>
                        </a:ln>
                        <a:solidFill>
                          <a:schemeClr val="tx1"/>
                        </a:solidFill>
                        <a:effectLst/>
                        <a:latin typeface="Arial" charset="0"/>
                        <a:ea typeface="ＭＳ Ｐゴシック" pitchFamily="-107" charset="-128"/>
                        <a:cs typeface="+mn-cs"/>
                      </a:endParaRPr>
                    </a:p>
                  </a:txBody>
                  <a:tcPr marL="17996" marR="71982" marT="18002" marB="1800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55918">
                <a:tc>
                  <a:txBody>
                    <a:bodyPr/>
                    <a:lstStyle/>
                    <a:p>
                      <a:pPr marL="0" marR="0" lvl="0" indent="0" algn="l" defTabSz="914400" rtl="0" eaLnBrk="1" fontAlgn="base" latinLnBrk="0" hangingPunct="1">
                        <a:lnSpc>
                          <a:spcPct val="100000"/>
                        </a:lnSpc>
                        <a:spcBef>
                          <a:spcPts val="0"/>
                        </a:spcBef>
                        <a:spcAft>
                          <a:spcPct val="0"/>
                        </a:spcAft>
                        <a:buClrTx/>
                        <a:buSzTx/>
                        <a:buFontTx/>
                        <a:buNone/>
                        <a:tabLst/>
                      </a:pPr>
                      <a:endParaRPr kumimoji="0" lang="en-US" sz="1800" b="0" i="0" u="none" strike="noStrike" kern="1200" cap="none" normalizeH="0" baseline="0" dirty="0">
                        <a:ln>
                          <a:noFill/>
                        </a:ln>
                        <a:solidFill>
                          <a:schemeClr val="tx1"/>
                        </a:solidFill>
                        <a:effectLst/>
                        <a:latin typeface="Arial" charset="0"/>
                        <a:ea typeface="ＭＳ Ｐゴシック" pitchFamily="-107" charset="-128"/>
                        <a:cs typeface="+mn-cs"/>
                      </a:endParaRPr>
                    </a:p>
                  </a:txBody>
                  <a:tcPr marL="17996" marR="71982" marT="18002" marB="1800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Tx/>
                        <a:buSzTx/>
                        <a:buFontTx/>
                        <a:buNone/>
                        <a:tabLst/>
                      </a:pPr>
                      <a:endParaRPr kumimoji="0" lang="en-US" sz="1800" b="0" i="0" u="none" strike="noStrike" kern="1200" cap="none" normalizeH="0" baseline="0">
                        <a:ln>
                          <a:noFill/>
                        </a:ln>
                        <a:solidFill>
                          <a:schemeClr val="tx1"/>
                        </a:solidFill>
                        <a:effectLst/>
                        <a:latin typeface="Arial" charset="0"/>
                        <a:ea typeface="ＭＳ Ｐゴシック" pitchFamily="-107" charset="-128"/>
                        <a:cs typeface="+mn-cs"/>
                      </a:endParaRPr>
                    </a:p>
                  </a:txBody>
                  <a:tcPr marL="17996" marR="71982" marT="18002" marB="1800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55918">
                <a:tc>
                  <a:txBody>
                    <a:bodyPr/>
                    <a:lstStyle/>
                    <a:p>
                      <a:pPr marL="0" marR="0" lvl="0" indent="0" algn="l" defTabSz="914400" rtl="0" eaLnBrk="1" fontAlgn="base" latinLnBrk="0" hangingPunct="1">
                        <a:lnSpc>
                          <a:spcPct val="100000"/>
                        </a:lnSpc>
                        <a:spcBef>
                          <a:spcPts val="0"/>
                        </a:spcBef>
                        <a:spcAft>
                          <a:spcPct val="0"/>
                        </a:spcAft>
                        <a:buClrTx/>
                        <a:buSzTx/>
                        <a:buFontTx/>
                        <a:buNone/>
                        <a:tabLst/>
                      </a:pPr>
                      <a:r>
                        <a:rPr kumimoji="0" lang="en-US" sz="1800" b="0" i="0" u="none" strike="noStrike" kern="1200" cap="none" normalizeH="0" baseline="0" dirty="0">
                          <a:ln>
                            <a:noFill/>
                          </a:ln>
                          <a:solidFill>
                            <a:schemeClr val="tx1"/>
                          </a:solidFill>
                          <a:effectLst/>
                          <a:latin typeface="Arial" charset="0"/>
                          <a:ea typeface="ＭＳ Ｐゴシック" pitchFamily="-107" charset="-128"/>
                          <a:cs typeface="+mn-cs"/>
                        </a:rPr>
                        <a:t>…</a:t>
                      </a:r>
                    </a:p>
                  </a:txBody>
                  <a:tcPr marL="17996" marR="71982" marT="18002" marB="1800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Tx/>
                        <a:buSzTx/>
                        <a:buFontTx/>
                        <a:buNone/>
                        <a:tabLst/>
                      </a:pPr>
                      <a:endParaRPr kumimoji="0" lang="en-US" sz="1800" b="0" i="0" u="none" strike="noStrike" kern="1200" cap="none" normalizeH="0" baseline="0" dirty="0">
                        <a:ln>
                          <a:noFill/>
                        </a:ln>
                        <a:solidFill>
                          <a:schemeClr val="tx1"/>
                        </a:solidFill>
                        <a:effectLst/>
                        <a:latin typeface="Arial" charset="0"/>
                        <a:ea typeface="ＭＳ Ｐゴシック" pitchFamily="-107" charset="-128"/>
                        <a:cs typeface="+mn-cs"/>
                      </a:endParaRPr>
                    </a:p>
                  </a:txBody>
                  <a:tcPr marL="17996" marR="71982" marT="18002" marB="1800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55918">
                <a:tc>
                  <a:txBody>
                    <a:bodyPr/>
                    <a:lstStyle/>
                    <a:p>
                      <a:pPr marL="0" marR="0" lvl="0" indent="0" algn="l" defTabSz="914400" rtl="0" eaLnBrk="1" fontAlgn="base" latinLnBrk="0" hangingPunct="1">
                        <a:lnSpc>
                          <a:spcPct val="100000"/>
                        </a:lnSpc>
                        <a:spcBef>
                          <a:spcPts val="0"/>
                        </a:spcBef>
                        <a:spcAft>
                          <a:spcPct val="0"/>
                        </a:spcAft>
                        <a:buClrTx/>
                        <a:buSzTx/>
                        <a:buFontTx/>
                        <a:buNone/>
                        <a:tabLst/>
                      </a:pPr>
                      <a:r>
                        <a:rPr kumimoji="0" lang="en-US" sz="1800" b="0" i="0" u="none" strike="noStrike" kern="1200" cap="none" normalizeH="0" baseline="0" dirty="0">
                          <a:ln>
                            <a:noFill/>
                          </a:ln>
                          <a:solidFill>
                            <a:schemeClr val="tx1"/>
                          </a:solidFill>
                          <a:effectLst/>
                          <a:latin typeface="Arial" charset="0"/>
                          <a:ea typeface="ＭＳ Ｐゴシック" pitchFamily="-107" charset="-128"/>
                          <a:cs typeface="+mn-cs"/>
                        </a:rPr>
                        <a:t>5336663</a:t>
                      </a:r>
                    </a:p>
                  </a:txBody>
                  <a:tcPr marL="17996" marR="71982" marT="18002" marB="1800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Tx/>
                        <a:buSzTx/>
                        <a:buFontTx/>
                        <a:buNone/>
                        <a:tabLst/>
                      </a:pPr>
                      <a:r>
                        <a:rPr kumimoji="0" lang="en-US" sz="1800" b="0" i="0" u="none" strike="noStrike" kern="1200" cap="none" normalizeH="0" baseline="0" dirty="0">
                          <a:ln>
                            <a:noFill/>
                          </a:ln>
                          <a:solidFill>
                            <a:schemeClr val="tx1"/>
                          </a:solidFill>
                          <a:effectLst/>
                          <a:latin typeface="Arial" charset="0"/>
                          <a:ea typeface="ＭＳ Ｐゴシック" pitchFamily="-107" charset="-128"/>
                          <a:cs typeface="+mn-cs"/>
                        </a:rPr>
                        <a:t>“Sara”</a:t>
                      </a:r>
                    </a:p>
                  </a:txBody>
                  <a:tcPr marL="17996" marR="71982" marT="18002" marB="1800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55918">
                <a:tc>
                  <a:txBody>
                    <a:bodyPr/>
                    <a:lstStyle/>
                    <a:p>
                      <a:pPr marL="0" marR="0" lvl="0" indent="0" algn="l" defTabSz="914400" rtl="0" eaLnBrk="1" fontAlgn="base" latinLnBrk="0" hangingPunct="1">
                        <a:lnSpc>
                          <a:spcPct val="100000"/>
                        </a:lnSpc>
                        <a:spcBef>
                          <a:spcPts val="0"/>
                        </a:spcBef>
                        <a:spcAft>
                          <a:spcPct val="0"/>
                        </a:spcAft>
                        <a:buClrTx/>
                        <a:buSzTx/>
                        <a:buFontTx/>
                        <a:buNone/>
                        <a:tabLst/>
                      </a:pPr>
                      <a:r>
                        <a:rPr kumimoji="0" lang="en-US" sz="1800" b="0" i="0" u="none" strike="noStrike" kern="1200" cap="none" normalizeH="0" baseline="0" dirty="0">
                          <a:ln>
                            <a:noFill/>
                          </a:ln>
                          <a:solidFill>
                            <a:schemeClr val="tx1"/>
                          </a:solidFill>
                          <a:effectLst/>
                          <a:latin typeface="Arial" charset="0"/>
                          <a:ea typeface="ＭＳ Ｐゴシック" pitchFamily="-107" charset="-128"/>
                          <a:cs typeface="+mn-cs"/>
                        </a:rPr>
                        <a:t>…</a:t>
                      </a:r>
                    </a:p>
                  </a:txBody>
                  <a:tcPr marL="17996" marR="71982" marT="18002" marB="1800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Tx/>
                        <a:buSzTx/>
                        <a:buFontTx/>
                        <a:buNone/>
                        <a:tabLst/>
                      </a:pPr>
                      <a:endParaRPr kumimoji="0" lang="en-US" sz="1800" b="0" i="0" u="none" strike="noStrike" kern="1200" cap="none" normalizeH="0" baseline="0" dirty="0">
                        <a:ln>
                          <a:noFill/>
                        </a:ln>
                        <a:solidFill>
                          <a:schemeClr val="tx1"/>
                        </a:solidFill>
                        <a:effectLst/>
                        <a:latin typeface="Arial" charset="0"/>
                        <a:ea typeface="ＭＳ Ｐゴシック" pitchFamily="-107" charset="-128"/>
                        <a:cs typeface="+mn-cs"/>
                      </a:endParaRPr>
                    </a:p>
                  </a:txBody>
                  <a:tcPr marL="17996" marR="71982" marT="18002" marB="1800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55918">
                <a:tc>
                  <a:txBody>
                    <a:bodyPr/>
                    <a:lstStyle/>
                    <a:p>
                      <a:pPr marL="0" marR="0" lvl="0" indent="0" algn="l" defTabSz="914400" rtl="0" eaLnBrk="1" fontAlgn="base" latinLnBrk="0" hangingPunct="1">
                        <a:lnSpc>
                          <a:spcPct val="100000"/>
                        </a:lnSpc>
                        <a:spcBef>
                          <a:spcPts val="0"/>
                        </a:spcBef>
                        <a:spcAft>
                          <a:spcPct val="0"/>
                        </a:spcAft>
                        <a:buClrTx/>
                        <a:buSzTx/>
                        <a:buFontTx/>
                        <a:buNone/>
                        <a:tabLst/>
                      </a:pPr>
                      <a:r>
                        <a:rPr kumimoji="0" lang="en-US" sz="1800" b="0" i="0" u="none" strike="noStrike" kern="1200" cap="none" normalizeH="0" baseline="0" dirty="0">
                          <a:ln>
                            <a:noFill/>
                          </a:ln>
                          <a:solidFill>
                            <a:schemeClr val="tx1"/>
                          </a:solidFill>
                          <a:effectLst/>
                          <a:latin typeface="Arial" charset="0"/>
                          <a:ea typeface="ＭＳ Ｐゴシック" pitchFamily="-107" charset="-128"/>
                          <a:cs typeface="+mn-cs"/>
                        </a:rPr>
                        <a:t>…</a:t>
                      </a:r>
                    </a:p>
                  </a:txBody>
                  <a:tcPr marL="17996" marR="71982" marT="18002" marB="1800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Tx/>
                        <a:buSzTx/>
                        <a:buFontTx/>
                        <a:buNone/>
                        <a:tabLst/>
                      </a:pPr>
                      <a:endParaRPr kumimoji="0" lang="en-US" sz="1800" b="0" i="0" u="none" strike="noStrike" kern="1200" cap="none" normalizeH="0" baseline="0" dirty="0">
                        <a:ln>
                          <a:noFill/>
                        </a:ln>
                        <a:solidFill>
                          <a:schemeClr val="tx1"/>
                        </a:solidFill>
                        <a:effectLst/>
                        <a:latin typeface="Arial" charset="0"/>
                        <a:ea typeface="ＭＳ Ｐゴシック" pitchFamily="-107" charset="-128"/>
                        <a:cs typeface="+mn-cs"/>
                      </a:endParaRPr>
                    </a:p>
                  </a:txBody>
                  <a:tcPr marL="17996" marR="71982" marT="18002" marB="1800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55918">
                <a:tc>
                  <a:txBody>
                    <a:bodyPr/>
                    <a:lstStyle/>
                    <a:p>
                      <a:pPr marL="0" marR="0" lvl="0" indent="0" algn="l" defTabSz="914400" rtl="0" eaLnBrk="1" fontAlgn="base" latinLnBrk="0" hangingPunct="1">
                        <a:lnSpc>
                          <a:spcPct val="100000"/>
                        </a:lnSpc>
                        <a:spcBef>
                          <a:spcPts val="0"/>
                        </a:spcBef>
                        <a:spcAft>
                          <a:spcPct val="0"/>
                        </a:spcAft>
                        <a:buClrTx/>
                        <a:buSzTx/>
                        <a:buFontTx/>
                        <a:buNone/>
                        <a:tabLst/>
                      </a:pPr>
                      <a:r>
                        <a:rPr kumimoji="0" lang="en-US" sz="1800" b="0" i="0" u="none" strike="noStrike" kern="1200" cap="none" normalizeH="0" baseline="0" dirty="0">
                          <a:ln>
                            <a:noFill/>
                          </a:ln>
                          <a:solidFill>
                            <a:schemeClr val="tx1"/>
                          </a:solidFill>
                          <a:effectLst/>
                          <a:latin typeface="Arial" charset="0"/>
                          <a:ea typeface="ＭＳ Ｐゴシック" pitchFamily="-107" charset="-128"/>
                          <a:cs typeface="+mn-cs"/>
                        </a:rPr>
                        <a:t>5661116</a:t>
                      </a:r>
                    </a:p>
                  </a:txBody>
                  <a:tcPr marL="17996" marR="71982" marT="18002" marB="1800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Tx/>
                        <a:buSzTx/>
                        <a:buFontTx/>
                        <a:buNone/>
                        <a:tabLst/>
                      </a:pPr>
                      <a:r>
                        <a:rPr kumimoji="0" lang="en-US" sz="1800" b="0" i="0" u="none" strike="noStrike" kern="1200" cap="none" normalizeH="0" baseline="0" dirty="0">
                          <a:ln>
                            <a:noFill/>
                          </a:ln>
                          <a:solidFill>
                            <a:schemeClr val="tx1"/>
                          </a:solidFill>
                          <a:effectLst/>
                          <a:latin typeface="Arial" charset="0"/>
                          <a:ea typeface="ＭＳ Ｐゴシック" pitchFamily="-107" charset="-128"/>
                          <a:cs typeface="+mn-cs"/>
                        </a:rPr>
                        <a:t>“ Ross”</a:t>
                      </a:r>
                    </a:p>
                  </a:txBody>
                  <a:tcPr marL="17996" marR="71982" marT="18002" marB="1800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55918">
                <a:tc>
                  <a:txBody>
                    <a:bodyPr/>
                    <a:lstStyle/>
                    <a:p>
                      <a:pPr marL="0" marR="0" lvl="0" indent="0" algn="l" defTabSz="914400" rtl="0" eaLnBrk="1" fontAlgn="base" latinLnBrk="0" hangingPunct="1">
                        <a:lnSpc>
                          <a:spcPct val="100000"/>
                        </a:lnSpc>
                        <a:spcBef>
                          <a:spcPts val="0"/>
                        </a:spcBef>
                        <a:spcAft>
                          <a:spcPct val="0"/>
                        </a:spcAft>
                        <a:buClrTx/>
                        <a:buSzTx/>
                        <a:buFontTx/>
                        <a:buNone/>
                        <a:tabLst/>
                      </a:pPr>
                      <a:r>
                        <a:rPr kumimoji="0" lang="en-US" sz="1800" b="0" i="0" u="none" strike="noStrike" kern="1200" cap="none" normalizeH="0" baseline="0" dirty="0">
                          <a:ln>
                            <a:noFill/>
                          </a:ln>
                          <a:solidFill>
                            <a:schemeClr val="tx1"/>
                          </a:solidFill>
                          <a:effectLst/>
                          <a:latin typeface="Arial" charset="0"/>
                          <a:ea typeface="ＭＳ Ｐゴシック" pitchFamily="-107" charset="-128"/>
                          <a:cs typeface="+mn-cs"/>
                        </a:rPr>
                        <a:t>…</a:t>
                      </a:r>
                    </a:p>
                  </a:txBody>
                  <a:tcPr marL="17996" marR="71982" marT="18002" marB="1800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Tx/>
                        <a:buSzTx/>
                        <a:buFontTx/>
                        <a:buNone/>
                        <a:tabLst/>
                      </a:pPr>
                      <a:endParaRPr kumimoji="0" lang="en-US" sz="1800" b="0" i="0" u="none" strike="noStrike" kern="1200" cap="none" normalizeH="0" baseline="0" dirty="0">
                        <a:ln>
                          <a:noFill/>
                        </a:ln>
                        <a:solidFill>
                          <a:schemeClr val="tx1"/>
                        </a:solidFill>
                        <a:effectLst/>
                        <a:latin typeface="Arial" charset="0"/>
                        <a:ea typeface="ＭＳ Ｐゴシック" pitchFamily="-107" charset="-128"/>
                        <a:cs typeface="+mn-cs"/>
                      </a:endParaRPr>
                    </a:p>
                  </a:txBody>
                  <a:tcPr marL="17996" marR="71982" marT="18002" marB="1800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55918">
                <a:tc>
                  <a:txBody>
                    <a:bodyPr/>
                    <a:lstStyle/>
                    <a:p>
                      <a:pPr marL="0" marR="0" lvl="0" indent="0" algn="l" defTabSz="914400" rtl="0" eaLnBrk="1" fontAlgn="base" latinLnBrk="0" hangingPunct="1">
                        <a:lnSpc>
                          <a:spcPct val="100000"/>
                        </a:lnSpc>
                        <a:spcBef>
                          <a:spcPts val="0"/>
                        </a:spcBef>
                        <a:spcAft>
                          <a:spcPct val="0"/>
                        </a:spcAft>
                        <a:buClrTx/>
                        <a:buSzTx/>
                        <a:buFontTx/>
                        <a:buNone/>
                        <a:tabLst/>
                      </a:pPr>
                      <a:endParaRPr kumimoji="0" lang="en-US" sz="1800" b="0" i="0" u="none" strike="noStrike" kern="1200" cap="none" normalizeH="0" baseline="0">
                        <a:ln>
                          <a:noFill/>
                        </a:ln>
                        <a:solidFill>
                          <a:schemeClr val="tx1"/>
                        </a:solidFill>
                        <a:effectLst/>
                        <a:latin typeface="Arial" charset="0"/>
                        <a:ea typeface="ＭＳ Ｐゴシック" pitchFamily="-107" charset="-128"/>
                        <a:cs typeface="+mn-cs"/>
                      </a:endParaRPr>
                    </a:p>
                  </a:txBody>
                  <a:tcPr marL="17996" marR="71982" marT="18002" marB="1800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Tx/>
                        <a:buSzTx/>
                        <a:buFontTx/>
                        <a:buNone/>
                        <a:tabLst/>
                      </a:pPr>
                      <a:endParaRPr kumimoji="0" lang="en-US" sz="1800" b="0" i="0" u="none" strike="noStrike" kern="1200" cap="none" normalizeH="0" baseline="0" dirty="0">
                        <a:ln>
                          <a:noFill/>
                        </a:ln>
                        <a:solidFill>
                          <a:schemeClr val="tx1"/>
                        </a:solidFill>
                        <a:effectLst/>
                        <a:latin typeface="Arial" charset="0"/>
                        <a:ea typeface="ＭＳ Ｐゴシック" pitchFamily="-107" charset="-128"/>
                        <a:cs typeface="+mn-cs"/>
                      </a:endParaRPr>
                    </a:p>
                  </a:txBody>
                  <a:tcPr marL="17996" marR="71982" marT="18002" marB="1800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55918">
                <a:tc>
                  <a:txBody>
                    <a:bodyPr/>
                    <a:lstStyle/>
                    <a:p>
                      <a:pPr marL="0" marR="0" lvl="0" indent="0" algn="l" defTabSz="914400" rtl="0" eaLnBrk="1" fontAlgn="base" latinLnBrk="0" hangingPunct="1">
                        <a:lnSpc>
                          <a:spcPct val="100000"/>
                        </a:lnSpc>
                        <a:spcBef>
                          <a:spcPts val="0"/>
                        </a:spcBef>
                        <a:spcAft>
                          <a:spcPct val="0"/>
                        </a:spcAft>
                        <a:buClrTx/>
                        <a:buSzTx/>
                        <a:buFontTx/>
                        <a:buNone/>
                        <a:tabLst/>
                      </a:pPr>
                      <a:endParaRPr kumimoji="0" lang="en-US" sz="1800" b="0" i="0" u="none" strike="noStrike" kern="1200" cap="none" normalizeH="0" baseline="0" dirty="0">
                        <a:ln>
                          <a:noFill/>
                        </a:ln>
                        <a:solidFill>
                          <a:schemeClr val="tx1"/>
                        </a:solidFill>
                        <a:effectLst/>
                        <a:latin typeface="Arial" charset="0"/>
                        <a:ea typeface="ＭＳ Ｐゴシック" pitchFamily="-107" charset="-128"/>
                        <a:cs typeface="+mn-cs"/>
                      </a:endParaRPr>
                    </a:p>
                  </a:txBody>
                  <a:tcPr marL="17996" marR="71982" marT="18002" marB="1800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Tx/>
                        <a:buSzTx/>
                        <a:buFontTx/>
                        <a:buNone/>
                        <a:tabLst/>
                      </a:pPr>
                      <a:endParaRPr kumimoji="0" lang="en-US" sz="1800" b="0" i="0" u="none" strike="noStrike" kern="1200" cap="none" normalizeH="0" baseline="0" dirty="0">
                        <a:ln>
                          <a:noFill/>
                        </a:ln>
                        <a:solidFill>
                          <a:schemeClr val="tx1"/>
                        </a:solidFill>
                        <a:effectLst/>
                        <a:latin typeface="Arial" charset="0"/>
                        <a:ea typeface="ＭＳ Ｐゴシック" pitchFamily="-107" charset="-128"/>
                        <a:cs typeface="+mn-cs"/>
                      </a:endParaRPr>
                    </a:p>
                  </a:txBody>
                  <a:tcPr marL="17996" marR="71982" marT="18002" marB="1800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sp>
        <p:nvSpPr>
          <p:cNvPr id="8" name="Rectangle 1">
            <a:extLst>
              <a:ext uri="{FF2B5EF4-FFF2-40B4-BE49-F238E27FC236}">
                <a16:creationId xmlns:a16="http://schemas.microsoft.com/office/drawing/2014/main" id="{8AA8002D-0975-C8B9-5317-9F6674EC691F}"/>
              </a:ext>
            </a:extLst>
          </p:cNvPr>
          <p:cNvSpPr>
            <a:spLocks noChangeArrowheads="1"/>
          </p:cNvSpPr>
          <p:nvPr/>
        </p:nvSpPr>
        <p:spPr bwMode="auto">
          <a:xfrm>
            <a:off x="4267200" y="1262064"/>
            <a:ext cx="211102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spcBef>
                <a:spcPct val="50000"/>
              </a:spcBef>
              <a:buClrTx/>
              <a:buSzTx/>
              <a:buNone/>
            </a:pPr>
            <a:r>
              <a:rPr kumimoji="0" lang="en-US" altLang="en-US" sz="1600" dirty="0">
                <a:solidFill>
                  <a:srgbClr val="7030A0"/>
                </a:solidFill>
                <a:latin typeface="Arial" panose="020B0604020202020204" pitchFamily="34" charset="0"/>
                <a:ea typeface="MS PGothic" panose="020B0600070205080204" pitchFamily="34" charset="-128"/>
              </a:rPr>
              <a:t>Direct Access Table</a:t>
            </a:r>
          </a:p>
        </p:txBody>
      </p:sp>
      <p:sp>
        <p:nvSpPr>
          <p:cNvPr id="10" name="Rectangle 1">
            <a:extLst>
              <a:ext uri="{FF2B5EF4-FFF2-40B4-BE49-F238E27FC236}">
                <a16:creationId xmlns:a16="http://schemas.microsoft.com/office/drawing/2014/main" id="{D7C65350-0953-92B3-4E9F-F874D1654849}"/>
              </a:ext>
            </a:extLst>
          </p:cNvPr>
          <p:cNvSpPr>
            <a:spLocks noChangeArrowheads="1"/>
          </p:cNvSpPr>
          <p:nvPr/>
        </p:nvSpPr>
        <p:spPr bwMode="auto">
          <a:xfrm>
            <a:off x="8534401" y="1141414"/>
            <a:ext cx="29241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spcBef>
                <a:spcPct val="50000"/>
              </a:spcBef>
              <a:buClrTx/>
              <a:buSzTx/>
              <a:buNone/>
            </a:pPr>
            <a:r>
              <a:rPr kumimoji="0" lang="en-US" altLang="en-US" sz="1600" b="0">
                <a:solidFill>
                  <a:schemeClr val="tx1"/>
                </a:solidFill>
                <a:latin typeface="Arial" panose="020B0604020202020204" pitchFamily="34" charset="0"/>
                <a:ea typeface="MS PGothic" panose="020B0600070205080204" pitchFamily="34" charset="-128"/>
              </a:rPr>
              <a:t>Hash Function = mod(key, 10)</a:t>
            </a:r>
          </a:p>
        </p:txBody>
      </p:sp>
      <p:sp>
        <p:nvSpPr>
          <p:cNvPr id="11" name="TextBox 10">
            <a:extLst>
              <a:ext uri="{FF2B5EF4-FFF2-40B4-BE49-F238E27FC236}">
                <a16:creationId xmlns:a16="http://schemas.microsoft.com/office/drawing/2014/main" id="{F64A98DC-B391-548E-9677-B4EB1637F433}"/>
              </a:ext>
            </a:extLst>
          </p:cNvPr>
          <p:cNvSpPr txBox="1"/>
          <p:nvPr/>
        </p:nvSpPr>
        <p:spPr>
          <a:xfrm>
            <a:off x="4038600" y="5638800"/>
            <a:ext cx="7929562" cy="708025"/>
          </a:xfrm>
          <a:prstGeom prst="rect">
            <a:avLst/>
          </a:prstGeom>
          <a:noFill/>
        </p:spPr>
        <p:txBody>
          <a:bodyPr>
            <a:spAutoFit/>
          </a:bodyPr>
          <a:lstStyle/>
          <a:p>
            <a:pPr eaLnBrk="0" hangingPunct="0">
              <a:defRPr/>
            </a:pPr>
            <a:r>
              <a:rPr lang="en-US" altLang="en-US" sz="2000" dirty="0">
                <a:effectLst>
                  <a:outerShdw blurRad="38100" dist="38100" dir="2700000" algn="tl">
                    <a:srgbClr val="000000">
                      <a:alpha val="43137"/>
                    </a:srgbClr>
                  </a:outerShdw>
                </a:effectLst>
                <a:latin typeface="Times New Roman" panose="02020603050405020304" pitchFamily="18" charset="0"/>
                <a:ea typeface="+mn-ea"/>
              </a:rPr>
              <a:t>Non-numeric keys can be converted to numeric values, for example by adding the ASCII values of all characters of the key</a:t>
            </a:r>
          </a:p>
        </p:txBody>
      </p:sp>
      <p:sp>
        <p:nvSpPr>
          <p:cNvPr id="12" name="Rectangle 1">
            <a:extLst>
              <a:ext uri="{FF2B5EF4-FFF2-40B4-BE49-F238E27FC236}">
                <a16:creationId xmlns:a16="http://schemas.microsoft.com/office/drawing/2014/main" id="{9418F55E-43B7-F1B1-B45F-24F3F7BBE09C}"/>
              </a:ext>
            </a:extLst>
          </p:cNvPr>
          <p:cNvSpPr>
            <a:spLocks noChangeArrowheads="1"/>
          </p:cNvSpPr>
          <p:nvPr/>
        </p:nvSpPr>
        <p:spPr bwMode="auto">
          <a:xfrm>
            <a:off x="4271257" y="1638950"/>
            <a:ext cx="211628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spcBef>
                <a:spcPct val="50000"/>
              </a:spcBef>
              <a:buClrTx/>
              <a:buSzTx/>
              <a:buNone/>
            </a:pPr>
            <a:r>
              <a:rPr kumimoji="0" lang="en-US" altLang="en-US" sz="1600" b="0" dirty="0">
                <a:solidFill>
                  <a:schemeClr val="tx1"/>
                </a:solidFill>
                <a:latin typeface="Arial" panose="020B0604020202020204" pitchFamily="34" charset="0"/>
                <a:ea typeface="MS PGothic" panose="020B0600070205080204" pitchFamily="34" charset="-128"/>
              </a:rPr>
              <a:t>Address         Record</a:t>
            </a:r>
          </a:p>
        </p:txBody>
      </p:sp>
      <p:sp>
        <p:nvSpPr>
          <p:cNvPr id="13" name="Rectangle 1">
            <a:extLst>
              <a:ext uri="{FF2B5EF4-FFF2-40B4-BE49-F238E27FC236}">
                <a16:creationId xmlns:a16="http://schemas.microsoft.com/office/drawing/2014/main" id="{FBE423A4-3288-C0B3-36F1-E75D9F6FC6FC}"/>
              </a:ext>
            </a:extLst>
          </p:cNvPr>
          <p:cNvSpPr>
            <a:spLocks noChangeArrowheads="1"/>
          </p:cNvSpPr>
          <p:nvPr/>
        </p:nvSpPr>
        <p:spPr bwMode="auto">
          <a:xfrm>
            <a:off x="8001000" y="1633122"/>
            <a:ext cx="33528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spcBef>
                <a:spcPct val="50000"/>
              </a:spcBef>
              <a:buClrTx/>
              <a:buSzTx/>
              <a:buNone/>
            </a:pPr>
            <a:r>
              <a:rPr kumimoji="0" lang="en-US" altLang="en-US" sz="1600" b="0" dirty="0">
                <a:solidFill>
                  <a:schemeClr val="tx1"/>
                </a:solidFill>
                <a:latin typeface="Arial" panose="020B0604020202020204" pitchFamily="34" charset="0"/>
                <a:ea typeface="MS PGothic" panose="020B0600070205080204" pitchFamily="34" charset="-128"/>
              </a:rPr>
              <a:t>Address                       Record</a:t>
            </a:r>
          </a:p>
        </p:txBody>
      </p:sp>
    </p:spTree>
    <p:extLst>
      <p:ext uri="{BB962C8B-B14F-4D97-AF65-F5344CB8AC3E}">
        <p14:creationId xmlns:p14="http://schemas.microsoft.com/office/powerpoint/2010/main" val="42538361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title"/>
          </p:nvPr>
        </p:nvSpPr>
        <p:spPr>
          <a:xfrm>
            <a:off x="457200" y="338065"/>
            <a:ext cx="11065008" cy="500137"/>
          </a:xfrm>
          <a:prstGeom prst="rect">
            <a:avLst/>
          </a:prstGeom>
          <a:noFill/>
          <a:ln>
            <a:noFill/>
          </a:ln>
        </p:spPr>
        <p:txBody>
          <a:bodyPr vert="horz" wrap="square" lIns="0" tIns="0" rIns="0" bIns="0" numCol="1" rtlCol="0" anchor="ctr" anchorCtr="0" compatLnSpc="1">
            <a:prstTxWarp prst="textNoShape">
              <a:avLst/>
            </a:prstTxWarp>
            <a:spAutoFit/>
          </a:bodyPr>
          <a:lstStyle/>
          <a:p>
            <a:pPr marL="11527">
              <a:lnSpc>
                <a:spcPts val="3916"/>
              </a:lnSpc>
            </a:pPr>
            <a:r>
              <a:rPr lang="en-US" sz="4000" b="1" dirty="0">
                <a:solidFill>
                  <a:srgbClr val="0070C0"/>
                </a:solidFill>
              </a:rPr>
              <a:t>Hashing, Contd.</a:t>
            </a:r>
            <a:endParaRPr sz="4000" b="1" spc="-18" dirty="0">
              <a:solidFill>
                <a:srgbClr val="0070C0"/>
              </a:solidFill>
            </a:endParaRPr>
          </a:p>
        </p:txBody>
      </p:sp>
      <p:sp>
        <p:nvSpPr>
          <p:cNvPr id="9" name="object 7">
            <a:extLst>
              <a:ext uri="{FF2B5EF4-FFF2-40B4-BE49-F238E27FC236}">
                <a16:creationId xmlns:a16="http://schemas.microsoft.com/office/drawing/2014/main" id="{ACB0B48A-560D-4839-8006-6097D80F76DB}"/>
              </a:ext>
            </a:extLst>
          </p:cNvPr>
          <p:cNvSpPr txBox="1">
            <a:spLocks/>
          </p:cNvSpPr>
          <p:nvPr/>
        </p:nvSpPr>
        <p:spPr bwMode="auto">
          <a:xfrm>
            <a:off x="457200" y="1228384"/>
            <a:ext cx="11430000" cy="16866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lvl1pPr marL="342900" indent="-342900" algn="l" rtl="0" eaLnBrk="1" fontAlgn="base" hangingPunct="1">
              <a:spcBef>
                <a:spcPct val="20000"/>
              </a:spcBef>
              <a:spcAft>
                <a:spcPct val="0"/>
              </a:spcAft>
              <a:buSzPct val="75000"/>
              <a:buBlip>
                <a:blip r:embed="rId3"/>
              </a:buBlip>
              <a:defRPr sz="3200">
                <a:solidFill>
                  <a:schemeClr val="tx1"/>
                </a:solidFill>
                <a:latin typeface="+mn-lt"/>
                <a:ea typeface="ＭＳ Ｐゴシック" charset="0"/>
                <a:cs typeface="+mn-cs"/>
              </a:defRPr>
            </a:lvl1pPr>
            <a:lvl2pPr marL="742950" indent="-285750" algn="l" rtl="0" eaLnBrk="1" fontAlgn="base" hangingPunct="1">
              <a:spcBef>
                <a:spcPct val="20000"/>
              </a:spcBef>
              <a:spcAft>
                <a:spcPct val="0"/>
              </a:spcAft>
              <a:buSzPct val="65000"/>
              <a:buBlip>
                <a:blip r:embed="rId4"/>
              </a:buBlip>
              <a:defRPr sz="2800">
                <a:solidFill>
                  <a:srgbClr val="000050"/>
                </a:solidFill>
                <a:latin typeface="+mn-lt"/>
                <a:ea typeface="ＭＳ Ｐゴシック" charset="0"/>
              </a:defRPr>
            </a:lvl2pPr>
            <a:lvl3pPr marL="1143000" indent="-228600" algn="l" rtl="0" eaLnBrk="1" fontAlgn="base" hangingPunct="1">
              <a:spcBef>
                <a:spcPct val="20000"/>
              </a:spcBef>
              <a:spcAft>
                <a:spcPct val="0"/>
              </a:spcAft>
              <a:buSzPct val="65000"/>
              <a:buBlip>
                <a:blip r:embed="rId5"/>
              </a:buBlip>
              <a:defRPr sz="2400">
                <a:solidFill>
                  <a:schemeClr val="tx1"/>
                </a:solidFill>
                <a:latin typeface="+mn-lt"/>
                <a:ea typeface="ＭＳ Ｐゴシック" charset="0"/>
              </a:defRPr>
            </a:lvl3pPr>
            <a:lvl4pPr marL="1600200" indent="-228600" algn="l" rtl="0" eaLnBrk="1" fontAlgn="base" hangingPunct="1">
              <a:spcBef>
                <a:spcPct val="20000"/>
              </a:spcBef>
              <a:spcAft>
                <a:spcPct val="0"/>
              </a:spcAft>
              <a:buChar char="–"/>
              <a:defRPr sz="2000">
                <a:solidFill>
                  <a:schemeClr val="tx1"/>
                </a:solidFill>
                <a:latin typeface="+mn-lt"/>
                <a:ea typeface="ＭＳ Ｐゴシック" charset="0"/>
              </a:defRPr>
            </a:lvl4pPr>
            <a:lvl5pPr marL="2057400" indent="-228600" algn="l" rtl="0" eaLnBrk="1" fontAlgn="base" hangingPunct="1">
              <a:spcBef>
                <a:spcPct val="20000"/>
              </a:spcBef>
              <a:spcAft>
                <a:spcPct val="0"/>
              </a:spcAft>
              <a:buChar char="»"/>
              <a:defRPr sz="2000">
                <a:solidFill>
                  <a:schemeClr val="tx1"/>
                </a:solidFill>
                <a:latin typeface="+mn-lt"/>
                <a:ea typeface="ＭＳ Ｐゴシック"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a:buClr>
                <a:srgbClr val="FF6600"/>
              </a:buClr>
              <a:tabLst>
                <a:tab pos="465671" algn="l"/>
              </a:tabLst>
            </a:pPr>
            <a:r>
              <a:rPr lang="en-US" sz="2800" dirty="0">
                <a:solidFill>
                  <a:srgbClr val="000000"/>
                </a:solidFill>
                <a:latin typeface="Arial"/>
                <a:cs typeface="Arial" charset="0"/>
              </a:rPr>
              <a:t>Collisions problem</a:t>
            </a:r>
          </a:p>
          <a:p>
            <a:pPr lvl="1">
              <a:buClr>
                <a:srgbClr val="FF6600"/>
              </a:buClr>
              <a:tabLst>
                <a:tab pos="465671" algn="l"/>
              </a:tabLst>
            </a:pPr>
            <a:r>
              <a:rPr lang="en-US" sz="2400" dirty="0">
                <a:solidFill>
                  <a:srgbClr val="000000"/>
                </a:solidFill>
                <a:latin typeface="Arial"/>
                <a:cs typeface="Arial" charset="0"/>
              </a:rPr>
              <a:t>If h(K1) = h(K2), there is a collision</a:t>
            </a:r>
          </a:p>
          <a:p>
            <a:pPr lvl="1">
              <a:buClr>
                <a:srgbClr val="FF6600"/>
              </a:buClr>
              <a:tabLst>
                <a:tab pos="465671" algn="l"/>
              </a:tabLst>
            </a:pPr>
            <a:r>
              <a:rPr lang="en-US" sz="2400" dirty="0">
                <a:solidFill>
                  <a:srgbClr val="000000"/>
                </a:solidFill>
                <a:latin typeface="Arial"/>
                <a:cs typeface="Arial" charset="0"/>
              </a:rPr>
              <a:t>Good hash functions result in fewer collisions, but some collisions should be expected</a:t>
            </a:r>
            <a:endParaRPr lang="en-US" altLang="en-US" sz="2400" dirty="0">
              <a:solidFill>
                <a:srgbClr val="000000"/>
              </a:solidFill>
              <a:latin typeface="Arial"/>
              <a:cs typeface="Arial" charset="0"/>
            </a:endParaRPr>
          </a:p>
        </p:txBody>
      </p:sp>
      <p:pic>
        <p:nvPicPr>
          <p:cNvPr id="4" name="Picture 3">
            <a:extLst>
              <a:ext uri="{FF2B5EF4-FFF2-40B4-BE49-F238E27FC236}">
                <a16:creationId xmlns:a16="http://schemas.microsoft.com/office/drawing/2014/main" id="{1402DB98-8163-156D-C883-716F2D0ABE89}"/>
              </a:ext>
            </a:extLst>
          </p:cNvPr>
          <p:cNvPicPr>
            <a:picLocks noChangeAspect="1"/>
          </p:cNvPicPr>
          <p:nvPr/>
        </p:nvPicPr>
        <p:blipFill>
          <a:blip r:embed="rId6"/>
          <a:stretch>
            <a:fillRect/>
          </a:stretch>
        </p:blipFill>
        <p:spPr>
          <a:xfrm>
            <a:off x="5562600" y="2742063"/>
            <a:ext cx="6553200" cy="3896862"/>
          </a:xfrm>
          <a:prstGeom prst="rect">
            <a:avLst/>
          </a:prstGeom>
        </p:spPr>
      </p:pic>
      <p:sp>
        <p:nvSpPr>
          <p:cNvPr id="5" name="Slide Number Placeholder 2">
            <a:extLst>
              <a:ext uri="{FF2B5EF4-FFF2-40B4-BE49-F238E27FC236}">
                <a16:creationId xmlns:a16="http://schemas.microsoft.com/office/drawing/2014/main" id="{4B7C7371-4FE2-4D0A-465A-88B5C14EDC37}"/>
              </a:ext>
            </a:extLst>
          </p:cNvPr>
          <p:cNvSpPr txBox="1">
            <a:spLocks/>
          </p:cNvSpPr>
          <p:nvPr/>
        </p:nvSpPr>
        <p:spPr>
          <a:xfrm>
            <a:off x="8737600" y="6356351"/>
            <a:ext cx="2844800" cy="365125"/>
          </a:xfrm>
          <a:prstGeom prst="rect">
            <a:avLst/>
          </a:prstGeom>
        </p:spPr>
        <p:txBody>
          <a:bodyPr/>
          <a:lstStyle>
            <a:defPPr>
              <a:defRPr lang="en-US"/>
            </a:defPPr>
            <a:lvl1pPr algn="l"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a:lstStyle>
          <a:p>
            <a:pPr algn="r">
              <a:defRPr/>
            </a:pPr>
            <a:fld id="{C65781BD-3F4D-4CA7-A858-CE94DEA3B426}" type="slidenum">
              <a:rPr lang="en-US" smtClean="0">
                <a:solidFill>
                  <a:srgbClr val="000000"/>
                </a:solidFill>
              </a:rPr>
              <a:pPr algn="r">
                <a:defRPr/>
              </a:pPr>
              <a:t>20</a:t>
            </a:fld>
            <a:endParaRPr lang="en-US" dirty="0">
              <a:solidFill>
                <a:srgbClr val="000000"/>
              </a:solidFill>
            </a:endParaRPr>
          </a:p>
        </p:txBody>
      </p:sp>
      <p:sp>
        <p:nvSpPr>
          <p:cNvPr id="7" name="object 7">
            <a:extLst>
              <a:ext uri="{FF2B5EF4-FFF2-40B4-BE49-F238E27FC236}">
                <a16:creationId xmlns:a16="http://schemas.microsoft.com/office/drawing/2014/main" id="{DBFD054D-4531-2F67-02E4-387D91C67EB9}"/>
              </a:ext>
            </a:extLst>
          </p:cNvPr>
          <p:cNvSpPr txBox="1">
            <a:spLocks/>
          </p:cNvSpPr>
          <p:nvPr/>
        </p:nvSpPr>
        <p:spPr bwMode="auto">
          <a:xfrm>
            <a:off x="457200" y="3400925"/>
            <a:ext cx="4953000" cy="21790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lvl1pPr marL="342900" indent="-342900" algn="l" rtl="0" eaLnBrk="1" fontAlgn="base" hangingPunct="1">
              <a:spcBef>
                <a:spcPct val="20000"/>
              </a:spcBef>
              <a:spcAft>
                <a:spcPct val="0"/>
              </a:spcAft>
              <a:buSzPct val="75000"/>
              <a:buBlip>
                <a:blip r:embed="rId3"/>
              </a:buBlip>
              <a:defRPr sz="3200">
                <a:solidFill>
                  <a:schemeClr val="tx1"/>
                </a:solidFill>
                <a:latin typeface="+mn-lt"/>
                <a:ea typeface="ＭＳ Ｐゴシック" charset="0"/>
                <a:cs typeface="+mn-cs"/>
              </a:defRPr>
            </a:lvl1pPr>
            <a:lvl2pPr marL="742950" indent="-285750" algn="l" rtl="0" eaLnBrk="1" fontAlgn="base" hangingPunct="1">
              <a:spcBef>
                <a:spcPct val="20000"/>
              </a:spcBef>
              <a:spcAft>
                <a:spcPct val="0"/>
              </a:spcAft>
              <a:buSzPct val="65000"/>
              <a:buBlip>
                <a:blip r:embed="rId4"/>
              </a:buBlip>
              <a:defRPr sz="2800">
                <a:solidFill>
                  <a:srgbClr val="000050"/>
                </a:solidFill>
                <a:latin typeface="+mn-lt"/>
                <a:ea typeface="ＭＳ Ｐゴシック" charset="0"/>
              </a:defRPr>
            </a:lvl2pPr>
            <a:lvl3pPr marL="1143000" indent="-228600" algn="l" rtl="0" eaLnBrk="1" fontAlgn="base" hangingPunct="1">
              <a:spcBef>
                <a:spcPct val="20000"/>
              </a:spcBef>
              <a:spcAft>
                <a:spcPct val="0"/>
              </a:spcAft>
              <a:buSzPct val="65000"/>
              <a:buBlip>
                <a:blip r:embed="rId5"/>
              </a:buBlip>
              <a:defRPr sz="2400">
                <a:solidFill>
                  <a:schemeClr val="tx1"/>
                </a:solidFill>
                <a:latin typeface="+mn-lt"/>
                <a:ea typeface="ＭＳ Ｐゴシック" charset="0"/>
              </a:defRPr>
            </a:lvl3pPr>
            <a:lvl4pPr marL="1600200" indent="-228600" algn="l" rtl="0" eaLnBrk="1" fontAlgn="base" hangingPunct="1">
              <a:spcBef>
                <a:spcPct val="20000"/>
              </a:spcBef>
              <a:spcAft>
                <a:spcPct val="0"/>
              </a:spcAft>
              <a:buChar char="–"/>
              <a:defRPr sz="2000">
                <a:solidFill>
                  <a:schemeClr val="tx1"/>
                </a:solidFill>
                <a:latin typeface="+mn-lt"/>
                <a:ea typeface="ＭＳ Ｐゴシック" charset="0"/>
              </a:defRPr>
            </a:lvl4pPr>
            <a:lvl5pPr marL="2057400" indent="-228600" algn="l" rtl="0" eaLnBrk="1" fontAlgn="base" hangingPunct="1">
              <a:spcBef>
                <a:spcPct val="20000"/>
              </a:spcBef>
              <a:spcAft>
                <a:spcPct val="0"/>
              </a:spcAft>
              <a:buChar char="»"/>
              <a:defRPr sz="2000">
                <a:solidFill>
                  <a:schemeClr val="tx1"/>
                </a:solidFill>
                <a:latin typeface="+mn-lt"/>
                <a:ea typeface="ＭＳ Ｐゴシック"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a:buClr>
                <a:srgbClr val="FF6600"/>
              </a:buClr>
              <a:tabLst>
                <a:tab pos="465671" algn="l"/>
              </a:tabLst>
              <a:defRPr/>
            </a:pPr>
            <a:r>
              <a:rPr lang="en-US" altLang="en-US" sz="2800" dirty="0">
                <a:solidFill>
                  <a:srgbClr val="000000"/>
                </a:solidFill>
                <a:latin typeface="Arial"/>
                <a:cs typeface="Arial" charset="0"/>
              </a:rPr>
              <a:t>Two principal hashing schemes handle collisions differently</a:t>
            </a:r>
          </a:p>
          <a:p>
            <a:pPr lvl="1">
              <a:buClr>
                <a:srgbClr val="FF6600"/>
              </a:buClr>
              <a:tabLst>
                <a:tab pos="465671" algn="l"/>
              </a:tabLst>
              <a:defRPr/>
            </a:pPr>
            <a:r>
              <a:rPr lang="en-US" altLang="en-US" sz="2400" dirty="0">
                <a:solidFill>
                  <a:srgbClr val="000000"/>
                </a:solidFill>
                <a:latin typeface="Arial"/>
                <a:cs typeface="Arial" charset="0"/>
              </a:rPr>
              <a:t>Open hashing</a:t>
            </a:r>
          </a:p>
          <a:p>
            <a:pPr lvl="1">
              <a:buClr>
                <a:srgbClr val="FF6600"/>
              </a:buClr>
              <a:tabLst>
                <a:tab pos="465671" algn="l"/>
              </a:tabLst>
              <a:defRPr/>
            </a:pPr>
            <a:r>
              <a:rPr lang="en-US" altLang="en-US" sz="2400" dirty="0">
                <a:solidFill>
                  <a:srgbClr val="000000"/>
                </a:solidFill>
                <a:latin typeface="Arial"/>
                <a:cs typeface="Arial" charset="0"/>
              </a:rPr>
              <a:t>Closed hashing</a:t>
            </a:r>
          </a:p>
        </p:txBody>
      </p:sp>
    </p:spTree>
    <p:extLst>
      <p:ext uri="{BB962C8B-B14F-4D97-AF65-F5344CB8AC3E}">
        <p14:creationId xmlns:p14="http://schemas.microsoft.com/office/powerpoint/2010/main" val="21154272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title"/>
          </p:nvPr>
        </p:nvSpPr>
        <p:spPr>
          <a:xfrm>
            <a:off x="457200" y="338065"/>
            <a:ext cx="11065008" cy="500137"/>
          </a:xfrm>
          <a:prstGeom prst="rect">
            <a:avLst/>
          </a:prstGeom>
          <a:noFill/>
          <a:ln>
            <a:noFill/>
          </a:ln>
        </p:spPr>
        <p:txBody>
          <a:bodyPr vert="horz" wrap="square" lIns="0" tIns="0" rIns="0" bIns="0" numCol="1" rtlCol="0" anchor="ctr" anchorCtr="0" compatLnSpc="1">
            <a:prstTxWarp prst="textNoShape">
              <a:avLst/>
            </a:prstTxWarp>
            <a:spAutoFit/>
          </a:bodyPr>
          <a:lstStyle/>
          <a:p>
            <a:pPr marL="11527">
              <a:lnSpc>
                <a:spcPts val="3916"/>
              </a:lnSpc>
            </a:pPr>
            <a:r>
              <a:rPr lang="en-US" sz="4000" b="1" dirty="0">
                <a:solidFill>
                  <a:srgbClr val="0070C0"/>
                </a:solidFill>
              </a:rPr>
              <a:t>Hashing, Contd.</a:t>
            </a:r>
            <a:endParaRPr sz="4000" b="1" spc="-18" dirty="0">
              <a:solidFill>
                <a:srgbClr val="0070C0"/>
              </a:solidFill>
            </a:endParaRPr>
          </a:p>
        </p:txBody>
      </p:sp>
      <p:sp>
        <p:nvSpPr>
          <p:cNvPr id="3" name="Slide Number Placeholder 2"/>
          <p:cNvSpPr>
            <a:spLocks noGrp="1"/>
          </p:cNvSpPr>
          <p:nvPr>
            <p:ph type="sldNum" sz="quarter" idx="4294967295"/>
          </p:nvPr>
        </p:nvSpPr>
        <p:spPr>
          <a:xfrm>
            <a:off x="8737600" y="6356351"/>
            <a:ext cx="2844800" cy="365125"/>
          </a:xfrm>
          <a:prstGeom prst="rect">
            <a:avLst/>
          </a:prstGeom>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C65781BD-3F4D-4CA7-A858-CE94DEA3B426}" type="slidenum">
              <a:rPr kumimoji="0" lang="en-US" sz="1800" b="0" i="0" u="none" strike="noStrike" kern="1200" cap="none" spc="0" normalizeH="0" baseline="0" noProof="0" smtClean="0">
                <a:ln>
                  <a:noFill/>
                </a:ln>
                <a:solidFill>
                  <a:srgbClr val="000000"/>
                </a:solidFill>
                <a:effectLst/>
                <a:uLnTx/>
                <a:uFillTx/>
                <a:latin typeface="Arial" charset="0"/>
                <a:ea typeface="ＭＳ Ｐゴシック"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21</a:t>
            </a:fld>
            <a:endParaRPr kumimoji="0" lang="en-US" sz="1800" b="0" i="0" u="none" strike="noStrike" kern="1200" cap="none" spc="0" normalizeH="0" baseline="0" noProof="0" dirty="0">
              <a:ln>
                <a:noFill/>
              </a:ln>
              <a:solidFill>
                <a:srgbClr val="000000"/>
              </a:solidFill>
              <a:effectLst/>
              <a:uLnTx/>
              <a:uFillTx/>
              <a:latin typeface="Arial" charset="0"/>
              <a:ea typeface="ＭＳ Ｐゴシック" pitchFamily="34" charset="-128"/>
              <a:cs typeface="+mn-cs"/>
            </a:endParaRPr>
          </a:p>
        </p:txBody>
      </p:sp>
      <p:sp>
        <p:nvSpPr>
          <p:cNvPr id="9" name="object 7">
            <a:extLst>
              <a:ext uri="{FF2B5EF4-FFF2-40B4-BE49-F238E27FC236}">
                <a16:creationId xmlns:a16="http://schemas.microsoft.com/office/drawing/2014/main" id="{ACB0B48A-560D-4839-8006-6097D80F76DB}"/>
              </a:ext>
            </a:extLst>
          </p:cNvPr>
          <p:cNvSpPr txBox="1">
            <a:spLocks/>
          </p:cNvSpPr>
          <p:nvPr/>
        </p:nvSpPr>
        <p:spPr bwMode="auto">
          <a:xfrm>
            <a:off x="457200" y="1228384"/>
            <a:ext cx="11430000" cy="41242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lvl1pPr marL="342900" indent="-342900" algn="l" rtl="0" eaLnBrk="1" fontAlgn="base" hangingPunct="1">
              <a:spcBef>
                <a:spcPct val="20000"/>
              </a:spcBef>
              <a:spcAft>
                <a:spcPct val="0"/>
              </a:spcAft>
              <a:buSzPct val="75000"/>
              <a:buBlip>
                <a:blip r:embed="rId3"/>
              </a:buBlip>
              <a:defRPr sz="3200">
                <a:solidFill>
                  <a:schemeClr val="tx1"/>
                </a:solidFill>
                <a:latin typeface="+mn-lt"/>
                <a:ea typeface="ＭＳ Ｐゴシック" charset="0"/>
                <a:cs typeface="+mn-cs"/>
              </a:defRPr>
            </a:lvl1pPr>
            <a:lvl2pPr marL="742950" indent="-285750" algn="l" rtl="0" eaLnBrk="1" fontAlgn="base" hangingPunct="1">
              <a:spcBef>
                <a:spcPct val="20000"/>
              </a:spcBef>
              <a:spcAft>
                <a:spcPct val="0"/>
              </a:spcAft>
              <a:buSzPct val="65000"/>
              <a:buBlip>
                <a:blip r:embed="rId4"/>
              </a:buBlip>
              <a:defRPr sz="2800">
                <a:solidFill>
                  <a:srgbClr val="000050"/>
                </a:solidFill>
                <a:latin typeface="+mn-lt"/>
                <a:ea typeface="ＭＳ Ｐゴシック" charset="0"/>
              </a:defRPr>
            </a:lvl2pPr>
            <a:lvl3pPr marL="1143000" indent="-228600" algn="l" rtl="0" eaLnBrk="1" fontAlgn="base" hangingPunct="1">
              <a:spcBef>
                <a:spcPct val="20000"/>
              </a:spcBef>
              <a:spcAft>
                <a:spcPct val="0"/>
              </a:spcAft>
              <a:buSzPct val="65000"/>
              <a:buBlip>
                <a:blip r:embed="rId5"/>
              </a:buBlip>
              <a:defRPr sz="2400">
                <a:solidFill>
                  <a:schemeClr val="tx1"/>
                </a:solidFill>
                <a:latin typeface="+mn-lt"/>
                <a:ea typeface="ＭＳ Ｐゴシック" charset="0"/>
              </a:defRPr>
            </a:lvl3pPr>
            <a:lvl4pPr marL="1600200" indent="-228600" algn="l" rtl="0" eaLnBrk="1" fontAlgn="base" hangingPunct="1">
              <a:spcBef>
                <a:spcPct val="20000"/>
              </a:spcBef>
              <a:spcAft>
                <a:spcPct val="0"/>
              </a:spcAft>
              <a:buChar char="–"/>
              <a:defRPr sz="2000">
                <a:solidFill>
                  <a:schemeClr val="tx1"/>
                </a:solidFill>
                <a:latin typeface="+mn-lt"/>
                <a:ea typeface="ＭＳ Ｐゴシック" charset="0"/>
              </a:defRPr>
            </a:lvl4pPr>
            <a:lvl5pPr marL="2057400" indent="-228600" algn="l" rtl="0" eaLnBrk="1" fontAlgn="base" hangingPunct="1">
              <a:spcBef>
                <a:spcPct val="20000"/>
              </a:spcBef>
              <a:spcAft>
                <a:spcPct val="0"/>
              </a:spcAft>
              <a:buChar char="»"/>
              <a:defRPr sz="2000">
                <a:solidFill>
                  <a:schemeClr val="tx1"/>
                </a:solidFill>
                <a:latin typeface="+mn-lt"/>
                <a:ea typeface="ＭＳ Ｐゴシック"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a:buClr>
                <a:srgbClr val="FF6600"/>
              </a:buClr>
              <a:tabLst>
                <a:tab pos="465671" algn="l"/>
              </a:tabLst>
            </a:pPr>
            <a:r>
              <a:rPr lang="en-US" sz="2800" dirty="0">
                <a:solidFill>
                  <a:srgbClr val="000000"/>
                </a:solidFill>
                <a:latin typeface="Arial"/>
                <a:cs typeface="Arial" charset="0"/>
              </a:rPr>
              <a:t>Open hashing</a:t>
            </a:r>
          </a:p>
          <a:p>
            <a:pPr lvl="1">
              <a:buClr>
                <a:srgbClr val="FF6600"/>
              </a:buClr>
              <a:tabLst>
                <a:tab pos="465671" algn="l"/>
              </a:tabLst>
            </a:pPr>
            <a:r>
              <a:rPr lang="en-US" sz="2400" dirty="0">
                <a:solidFill>
                  <a:srgbClr val="000000"/>
                </a:solidFill>
                <a:latin typeface="Arial"/>
                <a:cs typeface="Arial" charset="0"/>
              </a:rPr>
              <a:t>each cell is a header of linked list of all keys hashed to it</a:t>
            </a:r>
          </a:p>
          <a:p>
            <a:pPr>
              <a:buClr>
                <a:srgbClr val="FF6600"/>
              </a:buClr>
              <a:tabLst>
                <a:tab pos="465671" algn="l"/>
              </a:tabLst>
            </a:pPr>
            <a:r>
              <a:rPr lang="en-US" sz="2800" dirty="0">
                <a:solidFill>
                  <a:srgbClr val="000000"/>
                </a:solidFill>
                <a:latin typeface="Arial"/>
                <a:cs typeface="Arial" charset="0"/>
              </a:rPr>
              <a:t>Closed hashing</a:t>
            </a:r>
          </a:p>
          <a:p>
            <a:pPr lvl="1">
              <a:buClr>
                <a:srgbClr val="FF6600"/>
              </a:buClr>
              <a:tabLst>
                <a:tab pos="465671" algn="l"/>
              </a:tabLst>
            </a:pPr>
            <a:r>
              <a:rPr lang="en-US" sz="2400" dirty="0">
                <a:solidFill>
                  <a:srgbClr val="000000"/>
                </a:solidFill>
                <a:latin typeface="Arial"/>
                <a:cs typeface="Arial" charset="0"/>
              </a:rPr>
              <a:t>one key per cell  </a:t>
            </a:r>
          </a:p>
          <a:p>
            <a:pPr lvl="1">
              <a:buClr>
                <a:srgbClr val="FF6600"/>
              </a:buClr>
              <a:tabLst>
                <a:tab pos="465671" algn="l"/>
              </a:tabLst>
            </a:pPr>
            <a:r>
              <a:rPr lang="en-US" sz="2400" dirty="0">
                <a:solidFill>
                  <a:srgbClr val="000000"/>
                </a:solidFill>
                <a:latin typeface="Arial"/>
                <a:cs typeface="Arial" charset="0"/>
              </a:rPr>
              <a:t>in case of collision, finds another cell by a technique such as </a:t>
            </a:r>
          </a:p>
          <a:p>
            <a:pPr lvl="2">
              <a:buClr>
                <a:srgbClr val="FF6600"/>
              </a:buClr>
              <a:tabLst>
                <a:tab pos="465671" algn="l"/>
              </a:tabLst>
            </a:pPr>
            <a:r>
              <a:rPr lang="en-US" sz="2200" dirty="0">
                <a:solidFill>
                  <a:srgbClr val="000000"/>
                </a:solidFill>
                <a:latin typeface="Arial"/>
                <a:cs typeface="Arial" charset="0"/>
              </a:rPr>
              <a:t>linear probing: use next free cell </a:t>
            </a:r>
            <a:r>
              <a:rPr lang="en-US" sz="1800" dirty="0">
                <a:solidFill>
                  <a:srgbClr val="000000"/>
                </a:solidFill>
                <a:latin typeface="Arial"/>
                <a:cs typeface="Arial" charset="0"/>
              </a:rPr>
              <a:t>(bucket)</a:t>
            </a:r>
            <a:r>
              <a:rPr lang="en-US" sz="2200" dirty="0">
                <a:solidFill>
                  <a:srgbClr val="000000"/>
                </a:solidFill>
                <a:latin typeface="Arial"/>
                <a:cs typeface="Arial" charset="0"/>
              </a:rPr>
              <a:t> </a:t>
            </a:r>
          </a:p>
          <a:p>
            <a:pPr lvl="2">
              <a:buClr>
                <a:srgbClr val="FF6600"/>
              </a:buClr>
              <a:tabLst>
                <a:tab pos="465671" algn="l"/>
              </a:tabLst>
            </a:pPr>
            <a:r>
              <a:rPr lang="en-US" sz="2200" dirty="0">
                <a:solidFill>
                  <a:srgbClr val="000000"/>
                </a:solidFill>
                <a:latin typeface="Arial"/>
                <a:cs typeface="Arial" charset="0"/>
              </a:rPr>
              <a:t>quadratic probing: use next free cell </a:t>
            </a:r>
            <a:r>
              <a:rPr lang="en-US" sz="2000" dirty="0">
                <a:solidFill>
                  <a:srgbClr val="000000"/>
                </a:solidFill>
                <a:latin typeface="Arial"/>
                <a:cs typeface="Arial" charset="0"/>
              </a:rPr>
              <a:t>(bucket)</a:t>
            </a:r>
            <a:r>
              <a:rPr lang="en-US" sz="2200" dirty="0">
                <a:solidFill>
                  <a:srgbClr val="000000"/>
                </a:solidFill>
                <a:latin typeface="Arial"/>
                <a:cs typeface="Arial" charset="0"/>
              </a:rPr>
              <a:t> distant by 1, 4, 9, 16, … positions</a:t>
            </a:r>
          </a:p>
          <a:p>
            <a:pPr lvl="2">
              <a:buClr>
                <a:srgbClr val="FF6600"/>
              </a:buClr>
              <a:tabLst>
                <a:tab pos="465671" algn="l"/>
              </a:tabLst>
            </a:pPr>
            <a:r>
              <a:rPr lang="en-US" sz="2200" dirty="0">
                <a:solidFill>
                  <a:srgbClr val="000000"/>
                </a:solidFill>
                <a:latin typeface="Arial"/>
                <a:cs typeface="Arial" charset="0"/>
              </a:rPr>
              <a:t>double hashing: use second hash function to compute increment</a:t>
            </a:r>
          </a:p>
          <a:p>
            <a:pPr>
              <a:buClr>
                <a:srgbClr val="FF6600"/>
              </a:buClr>
              <a:tabLst>
                <a:tab pos="465671" algn="l"/>
              </a:tabLst>
            </a:pPr>
            <a:endParaRPr lang="en-US" sz="2800" dirty="0">
              <a:solidFill>
                <a:srgbClr val="000000"/>
              </a:solidFill>
              <a:latin typeface="Arial"/>
              <a:cs typeface="Arial" charset="0"/>
            </a:endParaRPr>
          </a:p>
        </p:txBody>
      </p:sp>
    </p:spTree>
    <p:extLst>
      <p:ext uri="{BB962C8B-B14F-4D97-AF65-F5344CB8AC3E}">
        <p14:creationId xmlns:p14="http://schemas.microsoft.com/office/powerpoint/2010/main" val="7178843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title"/>
          </p:nvPr>
        </p:nvSpPr>
        <p:spPr>
          <a:xfrm>
            <a:off x="457200" y="338065"/>
            <a:ext cx="11065008" cy="500137"/>
          </a:xfrm>
          <a:prstGeom prst="rect">
            <a:avLst/>
          </a:prstGeom>
          <a:solidFill>
            <a:schemeClr val="bg1"/>
          </a:solidFill>
          <a:ln>
            <a:noFill/>
          </a:ln>
        </p:spPr>
        <p:txBody>
          <a:bodyPr vert="horz" wrap="square" lIns="0" tIns="0" rIns="0" bIns="0" numCol="1" rtlCol="0" anchor="ctr" anchorCtr="0" compatLnSpc="1">
            <a:prstTxWarp prst="textNoShape">
              <a:avLst/>
            </a:prstTxWarp>
            <a:spAutoFit/>
          </a:bodyPr>
          <a:lstStyle/>
          <a:p>
            <a:pPr marL="11527">
              <a:lnSpc>
                <a:spcPts val="3916"/>
              </a:lnSpc>
            </a:pPr>
            <a:r>
              <a:rPr lang="en-US" sz="3800" b="1" dirty="0">
                <a:solidFill>
                  <a:srgbClr val="FF0000"/>
                </a:solidFill>
              </a:rPr>
              <a:t>Open Hashing (Separate Chaining)</a:t>
            </a:r>
            <a:endParaRPr sz="3800" b="1" dirty="0">
              <a:solidFill>
                <a:srgbClr val="FF0000"/>
              </a:solidFill>
            </a:endParaRPr>
          </a:p>
        </p:txBody>
      </p:sp>
      <p:sp>
        <p:nvSpPr>
          <p:cNvPr id="3" name="Slide Number Placeholder 2"/>
          <p:cNvSpPr>
            <a:spLocks noGrp="1"/>
          </p:cNvSpPr>
          <p:nvPr>
            <p:ph type="sldNum" sz="quarter" idx="4294967295"/>
          </p:nvPr>
        </p:nvSpPr>
        <p:spPr>
          <a:xfrm>
            <a:off x="8737600" y="6356351"/>
            <a:ext cx="2844800" cy="365125"/>
          </a:xfrm>
          <a:prstGeom prst="rect">
            <a:avLst/>
          </a:prstGeom>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C65781BD-3F4D-4CA7-A858-CE94DEA3B426}" type="slidenum">
              <a:rPr kumimoji="0" lang="en-US" sz="1800" b="0" i="0" u="none" strike="noStrike" kern="1200" cap="none" spc="0" normalizeH="0" baseline="0" noProof="0" smtClean="0">
                <a:ln>
                  <a:noFill/>
                </a:ln>
                <a:solidFill>
                  <a:srgbClr val="000000"/>
                </a:solidFill>
                <a:effectLst/>
                <a:uLnTx/>
                <a:uFillTx/>
                <a:latin typeface="Arial" charset="0"/>
                <a:ea typeface="ＭＳ Ｐゴシック"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22</a:t>
            </a:fld>
            <a:endParaRPr kumimoji="0" lang="en-US" sz="1800" b="0" i="0" u="none" strike="noStrike" kern="1200" cap="none" spc="0" normalizeH="0" baseline="0" noProof="0" dirty="0">
              <a:ln>
                <a:noFill/>
              </a:ln>
              <a:solidFill>
                <a:srgbClr val="000000"/>
              </a:solidFill>
              <a:effectLst/>
              <a:uLnTx/>
              <a:uFillTx/>
              <a:latin typeface="Arial" charset="0"/>
              <a:ea typeface="ＭＳ Ｐゴシック" pitchFamily="34" charset="-128"/>
              <a:cs typeface="+mn-cs"/>
            </a:endParaRPr>
          </a:p>
        </p:txBody>
      </p:sp>
      <p:sp>
        <p:nvSpPr>
          <p:cNvPr id="9" name="object 7">
            <a:extLst>
              <a:ext uri="{FF2B5EF4-FFF2-40B4-BE49-F238E27FC236}">
                <a16:creationId xmlns:a16="http://schemas.microsoft.com/office/drawing/2014/main" id="{ACB0B48A-560D-4839-8006-6097D80F76DB}"/>
              </a:ext>
            </a:extLst>
          </p:cNvPr>
          <p:cNvSpPr txBox="1">
            <a:spLocks/>
          </p:cNvSpPr>
          <p:nvPr/>
        </p:nvSpPr>
        <p:spPr bwMode="auto">
          <a:xfrm>
            <a:off x="457200" y="1228384"/>
            <a:ext cx="11430000" cy="39892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lvl1pPr marL="342900" indent="-342900" algn="l" rtl="0" eaLnBrk="1" fontAlgn="base" hangingPunct="1">
              <a:spcBef>
                <a:spcPct val="20000"/>
              </a:spcBef>
              <a:spcAft>
                <a:spcPct val="0"/>
              </a:spcAft>
              <a:buSzPct val="75000"/>
              <a:buBlip>
                <a:blip r:embed="rId3"/>
              </a:buBlip>
              <a:defRPr sz="3200">
                <a:solidFill>
                  <a:schemeClr val="tx1"/>
                </a:solidFill>
                <a:latin typeface="+mn-lt"/>
                <a:ea typeface="ＭＳ Ｐゴシック" charset="0"/>
                <a:cs typeface="+mn-cs"/>
              </a:defRPr>
            </a:lvl1pPr>
            <a:lvl2pPr marL="742950" indent="-285750" algn="l" rtl="0" eaLnBrk="1" fontAlgn="base" hangingPunct="1">
              <a:spcBef>
                <a:spcPct val="20000"/>
              </a:spcBef>
              <a:spcAft>
                <a:spcPct val="0"/>
              </a:spcAft>
              <a:buSzPct val="65000"/>
              <a:buBlip>
                <a:blip r:embed="rId4"/>
              </a:buBlip>
              <a:defRPr sz="2800">
                <a:solidFill>
                  <a:srgbClr val="000050"/>
                </a:solidFill>
                <a:latin typeface="+mn-lt"/>
                <a:ea typeface="ＭＳ Ｐゴシック" charset="0"/>
              </a:defRPr>
            </a:lvl2pPr>
            <a:lvl3pPr marL="1143000" indent="-228600" algn="l" rtl="0" eaLnBrk="1" fontAlgn="base" hangingPunct="1">
              <a:spcBef>
                <a:spcPct val="20000"/>
              </a:spcBef>
              <a:spcAft>
                <a:spcPct val="0"/>
              </a:spcAft>
              <a:buSzPct val="65000"/>
              <a:buBlip>
                <a:blip r:embed="rId5"/>
              </a:buBlip>
              <a:defRPr sz="2400">
                <a:solidFill>
                  <a:schemeClr val="tx1"/>
                </a:solidFill>
                <a:latin typeface="+mn-lt"/>
                <a:ea typeface="ＭＳ Ｐゴシック" charset="0"/>
              </a:defRPr>
            </a:lvl3pPr>
            <a:lvl4pPr marL="1600200" indent="-228600" algn="l" rtl="0" eaLnBrk="1" fontAlgn="base" hangingPunct="1">
              <a:spcBef>
                <a:spcPct val="20000"/>
              </a:spcBef>
              <a:spcAft>
                <a:spcPct val="0"/>
              </a:spcAft>
              <a:buChar char="–"/>
              <a:defRPr sz="2000">
                <a:solidFill>
                  <a:schemeClr val="tx1"/>
                </a:solidFill>
                <a:latin typeface="+mn-lt"/>
                <a:ea typeface="ＭＳ Ｐゴシック" charset="0"/>
              </a:defRPr>
            </a:lvl4pPr>
            <a:lvl5pPr marL="2057400" indent="-228600" algn="l" rtl="0" eaLnBrk="1" fontAlgn="base" hangingPunct="1">
              <a:spcBef>
                <a:spcPct val="20000"/>
              </a:spcBef>
              <a:spcAft>
                <a:spcPct val="0"/>
              </a:spcAft>
              <a:buChar char="»"/>
              <a:defRPr sz="2000">
                <a:solidFill>
                  <a:schemeClr val="tx1"/>
                </a:solidFill>
                <a:latin typeface="+mn-lt"/>
                <a:ea typeface="ＭＳ Ｐゴシック"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marR="0" lvl="0" defTabSz="914400" latinLnBrk="0">
              <a:lnSpc>
                <a:spcPct val="100000"/>
              </a:lnSpc>
              <a:buClr>
                <a:srgbClr val="FF6600"/>
              </a:buClr>
              <a:tabLst>
                <a:tab pos="465671" algn="l"/>
              </a:tabLst>
              <a:defRPr/>
            </a:pPr>
            <a:r>
              <a:rPr lang="en-US" sz="2800" dirty="0">
                <a:solidFill>
                  <a:srgbClr val="000000"/>
                </a:solidFill>
                <a:latin typeface="Arial"/>
                <a:cs typeface="Arial" charset="0"/>
              </a:rPr>
              <a:t>Keys are stored in linked lists outside a hash table whose elements serve as the lists’ headers</a:t>
            </a:r>
          </a:p>
          <a:p>
            <a:pPr marL="342900" marR="0" lvl="0" indent="-342900" algn="l" defTabSz="914400" rtl="0" eaLnBrk="1" fontAlgn="base" latinLnBrk="0" hangingPunct="1">
              <a:lnSpc>
                <a:spcPct val="100000"/>
              </a:lnSpc>
              <a:spcBef>
                <a:spcPct val="20000"/>
              </a:spcBef>
              <a:spcAft>
                <a:spcPct val="0"/>
              </a:spcAft>
              <a:buClr>
                <a:srgbClr val="FF6600"/>
              </a:buClr>
              <a:buSzPct val="75000"/>
              <a:buFontTx/>
              <a:buBlip>
                <a:blip r:embed="rId3"/>
              </a:buBlip>
              <a:tabLst>
                <a:tab pos="465671" algn="l"/>
              </a:tabLst>
              <a:defRPr/>
            </a:pPr>
            <a:r>
              <a:rPr kumimoji="0" lang="en-US" sz="2800" b="0" i="0" u="none" strike="noStrike" kern="1200" cap="none" spc="0" normalizeH="0" baseline="0" noProof="0" dirty="0">
                <a:ln>
                  <a:noFill/>
                </a:ln>
                <a:solidFill>
                  <a:srgbClr val="000000"/>
                </a:solidFill>
                <a:effectLst/>
                <a:uLnTx/>
                <a:uFillTx/>
                <a:latin typeface="Arial"/>
                <a:ea typeface="ＭＳ Ｐゴシック" charset="0"/>
                <a:cs typeface="Arial" charset="0"/>
              </a:rPr>
              <a:t>Example</a:t>
            </a:r>
          </a:p>
          <a:p>
            <a:pPr lvl="1">
              <a:lnSpc>
                <a:spcPct val="90000"/>
              </a:lnSpc>
              <a:buClr>
                <a:srgbClr val="FF6600"/>
              </a:buClr>
              <a:tabLst>
                <a:tab pos="685800" algn="l"/>
              </a:tabLst>
              <a:defRPr/>
            </a:pPr>
            <a:r>
              <a:rPr lang="en-US" sz="2400" dirty="0"/>
              <a:t>A, FOOL, AND, HIS, MONEY, ARE, SOON, PARTED</a:t>
            </a:r>
          </a:p>
          <a:p>
            <a:pPr lvl="1">
              <a:lnSpc>
                <a:spcPct val="90000"/>
              </a:lnSpc>
              <a:buClr>
                <a:srgbClr val="FF6600"/>
              </a:buClr>
              <a:tabLst>
                <a:tab pos="685800" algn="l"/>
              </a:tabLst>
              <a:defRPr/>
            </a:pPr>
            <a:r>
              <a:rPr lang="en-US" sz="2400" i="1" dirty="0">
                <a:latin typeface="Times New Roman" panose="02020603050405020304" pitchFamily="18" charset="0"/>
                <a:cs typeface="Times New Roman" panose="02020603050405020304" pitchFamily="18" charset="0"/>
              </a:rPr>
              <a:t>h</a:t>
            </a:r>
            <a:r>
              <a:rPr lang="en-US" sz="2400" dirty="0"/>
              <a:t>(K) = sum of K’s letters’ positions in the alphabet MOD 13</a:t>
            </a:r>
            <a:br>
              <a:rPr kumimoji="0" lang="en-US" sz="2400" b="0" i="0" u="none" strike="noStrike" kern="1200" cap="none" spc="0" normalizeH="0" baseline="0" noProof="0" dirty="0">
                <a:ln>
                  <a:noFill/>
                </a:ln>
                <a:solidFill>
                  <a:srgbClr val="000000"/>
                </a:solidFill>
                <a:effectLst/>
                <a:uLnTx/>
                <a:uFillTx/>
                <a:latin typeface="Arial"/>
                <a:ea typeface="ＭＳ Ｐゴシック" charset="0"/>
                <a:cs typeface="Arial" charset="0"/>
              </a:rPr>
            </a:br>
            <a:endParaRPr kumimoji="0" lang="en-US" sz="2400" b="0" i="0" u="none" strike="noStrike" kern="1200" cap="none" spc="0" normalizeH="0" baseline="0" noProof="0" dirty="0">
              <a:ln>
                <a:noFill/>
              </a:ln>
              <a:solidFill>
                <a:srgbClr val="000000"/>
              </a:solidFill>
              <a:effectLst/>
              <a:uLnTx/>
              <a:uFillTx/>
              <a:latin typeface="Arial"/>
              <a:ea typeface="ＭＳ Ｐゴシック" charset="0"/>
              <a:cs typeface="Arial" charset="0"/>
            </a:endParaRPr>
          </a:p>
          <a:p>
            <a:pPr marL="342900" marR="0" lvl="0" indent="-342900" algn="l" defTabSz="914400" rtl="0" eaLnBrk="1" fontAlgn="base" latinLnBrk="0" hangingPunct="1">
              <a:lnSpc>
                <a:spcPct val="100000"/>
              </a:lnSpc>
              <a:spcBef>
                <a:spcPct val="20000"/>
              </a:spcBef>
              <a:spcAft>
                <a:spcPct val="0"/>
              </a:spcAft>
              <a:buClr>
                <a:srgbClr val="FF6600"/>
              </a:buClr>
              <a:buSzPct val="75000"/>
              <a:buFontTx/>
              <a:buBlip>
                <a:blip r:embed="rId3"/>
              </a:buBlip>
              <a:tabLst>
                <a:tab pos="465671" algn="l"/>
              </a:tabLst>
              <a:defRPr/>
            </a:pPr>
            <a:endParaRPr kumimoji="0" lang="en-US" sz="2800" b="0" i="0" u="none" strike="noStrike" kern="1200" cap="none" spc="0" normalizeH="0" baseline="0" noProof="0" dirty="0">
              <a:ln>
                <a:noFill/>
              </a:ln>
              <a:solidFill>
                <a:srgbClr val="000000"/>
              </a:solidFill>
              <a:effectLst/>
              <a:uLnTx/>
              <a:uFillTx/>
              <a:latin typeface="Arial"/>
              <a:ea typeface="ＭＳ Ｐゴシック" charset="0"/>
              <a:cs typeface="Arial" charset="0"/>
            </a:endParaRPr>
          </a:p>
          <a:p>
            <a:pPr marL="0" marR="0" lvl="0" indent="0" algn="l" defTabSz="914400" rtl="0" eaLnBrk="1" fontAlgn="base" latinLnBrk="0" hangingPunct="1">
              <a:lnSpc>
                <a:spcPct val="100000"/>
              </a:lnSpc>
              <a:spcBef>
                <a:spcPct val="20000"/>
              </a:spcBef>
              <a:spcAft>
                <a:spcPct val="0"/>
              </a:spcAft>
              <a:buClr>
                <a:srgbClr val="FF6600"/>
              </a:buClr>
              <a:buSzPct val="75000"/>
              <a:buNone/>
              <a:tabLst>
                <a:tab pos="465671" algn="l"/>
              </a:tabLst>
              <a:defRPr/>
            </a:pPr>
            <a:endParaRPr kumimoji="0" lang="en-US" sz="2800" b="1" i="0" u="none" strike="noStrike" kern="1200" cap="none" spc="0" normalizeH="0" baseline="0" noProof="0" dirty="0">
              <a:ln>
                <a:noFill/>
              </a:ln>
              <a:solidFill>
                <a:srgbClr val="000000"/>
              </a:solidFill>
              <a:effectLst/>
              <a:uLnTx/>
              <a:uFillTx/>
              <a:latin typeface="Arial"/>
              <a:ea typeface="ＭＳ Ｐゴシック" charset="0"/>
              <a:cs typeface="Arial" charset="0"/>
            </a:endParaRPr>
          </a:p>
          <a:p>
            <a:pPr marL="1070814" marR="4611" lvl="2" indent="-207477" algn="l" defTabSz="914400" rtl="0" eaLnBrk="1" fontAlgn="base" latinLnBrk="0" hangingPunct="1">
              <a:lnSpc>
                <a:spcPts val="1851"/>
              </a:lnSpc>
              <a:spcBef>
                <a:spcPts val="600"/>
              </a:spcBef>
              <a:spcAft>
                <a:spcPct val="0"/>
              </a:spcAft>
              <a:buClr>
                <a:srgbClr val="FF9900"/>
              </a:buClr>
              <a:buSzPct val="65000"/>
              <a:buFont typeface="Tahoma"/>
              <a:buChar char="•"/>
              <a:tabLst>
                <a:tab pos="1070814" algn="l"/>
              </a:tabLst>
              <a:defRPr/>
            </a:pPr>
            <a:endParaRPr kumimoji="0" lang="en-US" sz="2100" b="0" i="0" u="none" strike="noStrike" kern="1200" cap="none" spc="-9" normalizeH="0" baseline="0" noProof="0" dirty="0">
              <a:ln>
                <a:noFill/>
              </a:ln>
              <a:solidFill>
                <a:srgbClr val="000000"/>
              </a:solidFill>
              <a:effectLst/>
              <a:uLnTx/>
              <a:uFillTx/>
              <a:latin typeface="Tahoma"/>
              <a:ea typeface="ＭＳ Ｐゴシック" charset="0"/>
              <a:cs typeface="Tahoma"/>
            </a:endParaRPr>
          </a:p>
        </p:txBody>
      </p:sp>
      <p:graphicFrame>
        <p:nvGraphicFramePr>
          <p:cNvPr id="5" name="Group 4">
            <a:extLst>
              <a:ext uri="{FF2B5EF4-FFF2-40B4-BE49-F238E27FC236}">
                <a16:creationId xmlns:a16="http://schemas.microsoft.com/office/drawing/2014/main" id="{4CA16BCE-E556-14C1-9B41-6883EA9334A3}"/>
              </a:ext>
            </a:extLst>
          </p:cNvPr>
          <p:cNvGraphicFramePr>
            <a:graphicFrameLocks noGrp="1"/>
          </p:cNvGraphicFramePr>
          <p:nvPr>
            <p:extLst>
              <p:ext uri="{D42A27DB-BD31-4B8C-83A1-F6EECF244321}">
                <p14:modId xmlns:p14="http://schemas.microsoft.com/office/powerpoint/2010/main" val="171920228"/>
              </p:ext>
            </p:extLst>
          </p:nvPr>
        </p:nvGraphicFramePr>
        <p:xfrm>
          <a:off x="1219200" y="3703524"/>
          <a:ext cx="8077200" cy="792276"/>
        </p:xfrm>
        <a:graphic>
          <a:graphicData uri="http://schemas.openxmlformats.org/drawingml/2006/table">
            <a:tbl>
              <a:tblPr/>
              <a:tblGrid>
                <a:gridCol w="762000">
                  <a:extLst>
                    <a:ext uri="{9D8B030D-6E8A-4147-A177-3AD203B41FA5}">
                      <a16:colId xmlns:a16="http://schemas.microsoft.com/office/drawing/2014/main" val="20000"/>
                    </a:ext>
                  </a:extLst>
                </a:gridCol>
                <a:gridCol w="4572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762000">
                  <a:extLst>
                    <a:ext uri="{9D8B030D-6E8A-4147-A177-3AD203B41FA5}">
                      <a16:colId xmlns:a16="http://schemas.microsoft.com/office/drawing/2014/main" val="20003"/>
                    </a:ext>
                  </a:extLst>
                </a:gridCol>
                <a:gridCol w="766763">
                  <a:extLst>
                    <a:ext uri="{9D8B030D-6E8A-4147-A177-3AD203B41FA5}">
                      <a16:colId xmlns:a16="http://schemas.microsoft.com/office/drawing/2014/main" val="20004"/>
                    </a:ext>
                  </a:extLst>
                </a:gridCol>
                <a:gridCol w="1290637">
                  <a:extLst>
                    <a:ext uri="{9D8B030D-6E8A-4147-A177-3AD203B41FA5}">
                      <a16:colId xmlns:a16="http://schemas.microsoft.com/office/drawing/2014/main" val="20005"/>
                    </a:ext>
                  </a:extLst>
                </a:gridCol>
                <a:gridCol w="838200">
                  <a:extLst>
                    <a:ext uri="{9D8B030D-6E8A-4147-A177-3AD203B41FA5}">
                      <a16:colId xmlns:a16="http://schemas.microsoft.com/office/drawing/2014/main" val="20006"/>
                    </a:ext>
                  </a:extLst>
                </a:gridCol>
                <a:gridCol w="990600">
                  <a:extLst>
                    <a:ext uri="{9D8B030D-6E8A-4147-A177-3AD203B41FA5}">
                      <a16:colId xmlns:a16="http://schemas.microsoft.com/office/drawing/2014/main" val="20007"/>
                    </a:ext>
                  </a:extLst>
                </a:gridCol>
                <a:gridCol w="1295400">
                  <a:extLst>
                    <a:ext uri="{9D8B030D-6E8A-4147-A177-3AD203B41FA5}">
                      <a16:colId xmlns:a16="http://schemas.microsoft.com/office/drawing/2014/main" val="20008"/>
                    </a:ext>
                  </a:extLst>
                </a:gridCol>
              </a:tblGrid>
              <a:tr h="396082">
                <a:tc>
                  <a:txBody>
                    <a:bodyPr/>
                    <a:lstStyle>
                      <a:lvl1pPr algn="l" defTabSz="887413">
                        <a:spcBef>
                          <a:spcPct val="20000"/>
                        </a:spcBef>
                        <a:buClr>
                          <a:srgbClr val="A50021"/>
                        </a:buClr>
                        <a:buSzPct val="75000"/>
                        <a:buFont typeface="Monotype Sorts" pitchFamily="2" charset="2"/>
                        <a:defRPr kumimoji="1" sz="2000" b="1">
                          <a:solidFill>
                            <a:srgbClr val="FFFF99"/>
                          </a:solidFill>
                          <a:effectLst>
                            <a:outerShdw blurRad="38100" dist="38100" dir="2700000" algn="tl">
                              <a:srgbClr val="000000"/>
                            </a:outerShdw>
                          </a:effectLst>
                          <a:latin typeface="Times New Roman" panose="02020603050405020304" pitchFamily="18" charset="0"/>
                        </a:defRPr>
                      </a:lvl1pPr>
                      <a:lvl2pPr marL="336550" algn="l" defTabSz="887413">
                        <a:spcBef>
                          <a:spcPct val="20000"/>
                        </a:spcBef>
                        <a:buClr>
                          <a:srgbClr val="A50021"/>
                        </a:buClr>
                        <a:defRPr kumimoji="1" b="1">
                          <a:solidFill>
                            <a:srgbClr val="FFFF99"/>
                          </a:solidFill>
                          <a:effectLst>
                            <a:outerShdw blurRad="38100" dist="38100" dir="2700000" algn="tl">
                              <a:srgbClr val="000000"/>
                            </a:outerShdw>
                          </a:effectLst>
                          <a:latin typeface="Times New Roman" panose="02020603050405020304" pitchFamily="18" charset="0"/>
                        </a:defRPr>
                      </a:lvl2pPr>
                      <a:lvl3pPr marL="682625" algn="l" defTabSz="887413">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3pPr>
                      <a:lvl4pPr marL="1328738" algn="l" defTabSz="887413">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4pPr>
                      <a:lvl5pPr marL="1771650" algn="l" defTabSz="887413">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5pPr>
                      <a:lvl6pPr marL="2228850" defTabSz="887413"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6pPr>
                      <a:lvl7pPr marL="2686050" defTabSz="887413"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7pPr>
                      <a:lvl8pPr marL="3143250" defTabSz="887413"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8pPr>
                      <a:lvl9pPr marL="3600450" defTabSz="887413"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9pPr>
                    </a:lstStyle>
                    <a:p>
                      <a:pPr marL="0" marR="0" lvl="0" indent="0" algn="l" defTabSz="887413" rtl="0" eaLnBrk="0" fontAlgn="base" latinLnBrk="0" hangingPunct="0">
                        <a:lnSpc>
                          <a:spcPct val="100000"/>
                        </a:lnSpc>
                        <a:spcBef>
                          <a:spcPct val="20000"/>
                        </a:spcBef>
                        <a:spcAft>
                          <a:spcPct val="0"/>
                        </a:spcAft>
                        <a:buClr>
                          <a:srgbClr val="A50021"/>
                        </a:buClr>
                        <a:buSzPct val="75000"/>
                        <a:buFont typeface="Monotype Sorts" pitchFamily="2" charset="2"/>
                        <a:buNone/>
                        <a:tabLst/>
                      </a:pPr>
                      <a:r>
                        <a:rPr kumimoji="1" lang="en-US" altLang="en-US" sz="2000" b="1" i="0" u="none" strike="noStrike" cap="none" normalizeH="0" baseline="0" dirty="0">
                          <a:ln>
                            <a:noFill/>
                          </a:ln>
                          <a:solidFill>
                            <a:schemeClr val="tx1"/>
                          </a:solidFill>
                          <a:effectLst/>
                          <a:latin typeface="Times New Roman" panose="02020603050405020304" pitchFamily="18" charset="0"/>
                        </a:rPr>
                        <a:t>Key</a:t>
                      </a:r>
                    </a:p>
                  </a:txBody>
                  <a:tcPr marT="45669" marB="4566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defTabSz="887413">
                        <a:spcBef>
                          <a:spcPct val="20000"/>
                        </a:spcBef>
                        <a:buClr>
                          <a:srgbClr val="A50021"/>
                        </a:buClr>
                        <a:buSzPct val="75000"/>
                        <a:buFont typeface="Monotype Sorts" pitchFamily="2" charset="2"/>
                        <a:defRPr kumimoji="1" sz="2000" b="1">
                          <a:solidFill>
                            <a:srgbClr val="FFFF99"/>
                          </a:solidFill>
                          <a:effectLst>
                            <a:outerShdw blurRad="38100" dist="38100" dir="2700000" algn="tl">
                              <a:srgbClr val="000000"/>
                            </a:outerShdw>
                          </a:effectLst>
                          <a:latin typeface="Times New Roman" panose="02020603050405020304" pitchFamily="18" charset="0"/>
                        </a:defRPr>
                      </a:lvl1pPr>
                      <a:lvl2pPr marL="336550" algn="l" defTabSz="887413">
                        <a:spcBef>
                          <a:spcPct val="20000"/>
                        </a:spcBef>
                        <a:buClr>
                          <a:srgbClr val="A50021"/>
                        </a:buClr>
                        <a:defRPr kumimoji="1" b="1">
                          <a:solidFill>
                            <a:srgbClr val="FFFF99"/>
                          </a:solidFill>
                          <a:effectLst>
                            <a:outerShdw blurRad="38100" dist="38100" dir="2700000" algn="tl">
                              <a:srgbClr val="000000"/>
                            </a:outerShdw>
                          </a:effectLst>
                          <a:latin typeface="Times New Roman" panose="02020603050405020304" pitchFamily="18" charset="0"/>
                        </a:defRPr>
                      </a:lvl2pPr>
                      <a:lvl3pPr marL="682625" algn="l" defTabSz="887413">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3pPr>
                      <a:lvl4pPr marL="1328738" algn="l" defTabSz="887413">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4pPr>
                      <a:lvl5pPr marL="1771650" algn="l" defTabSz="887413">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5pPr>
                      <a:lvl6pPr marL="2228850" defTabSz="887413"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6pPr>
                      <a:lvl7pPr marL="2686050" defTabSz="887413"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7pPr>
                      <a:lvl8pPr marL="3143250" defTabSz="887413"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8pPr>
                      <a:lvl9pPr marL="3600450" defTabSz="887413"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9pPr>
                    </a:lstStyle>
                    <a:p>
                      <a:pPr marL="0" marR="0" lvl="0" indent="0" algn="l" defTabSz="887413" rtl="0" eaLnBrk="0" fontAlgn="base" latinLnBrk="0" hangingPunct="0">
                        <a:lnSpc>
                          <a:spcPct val="100000"/>
                        </a:lnSpc>
                        <a:spcBef>
                          <a:spcPct val="20000"/>
                        </a:spcBef>
                        <a:spcAft>
                          <a:spcPct val="0"/>
                        </a:spcAft>
                        <a:buClr>
                          <a:srgbClr val="A50021"/>
                        </a:buClr>
                        <a:buSzPct val="75000"/>
                        <a:buFont typeface="Monotype Sorts" pitchFamily="2" charset="2"/>
                        <a:buNone/>
                        <a:tabLst/>
                      </a:pPr>
                      <a:r>
                        <a:rPr kumimoji="1" lang="en-US" altLang="en-US" sz="2000" b="1" i="0" u="none" strike="noStrike" cap="none" normalizeH="0" baseline="0">
                          <a:ln>
                            <a:noFill/>
                          </a:ln>
                          <a:solidFill>
                            <a:schemeClr val="tx1"/>
                          </a:solidFill>
                          <a:effectLst/>
                          <a:latin typeface="Times New Roman" panose="02020603050405020304" pitchFamily="18" charset="0"/>
                        </a:rPr>
                        <a:t>A</a:t>
                      </a:r>
                    </a:p>
                  </a:txBody>
                  <a:tcPr marT="45669" marB="456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defTabSz="887413">
                        <a:spcBef>
                          <a:spcPct val="20000"/>
                        </a:spcBef>
                        <a:buClr>
                          <a:srgbClr val="A50021"/>
                        </a:buClr>
                        <a:buSzPct val="75000"/>
                        <a:buFont typeface="Monotype Sorts" pitchFamily="2" charset="2"/>
                        <a:defRPr kumimoji="1" sz="2000" b="1">
                          <a:solidFill>
                            <a:srgbClr val="FFFF99"/>
                          </a:solidFill>
                          <a:effectLst>
                            <a:outerShdw blurRad="38100" dist="38100" dir="2700000" algn="tl">
                              <a:srgbClr val="000000"/>
                            </a:outerShdw>
                          </a:effectLst>
                          <a:latin typeface="Times New Roman" panose="02020603050405020304" pitchFamily="18" charset="0"/>
                        </a:defRPr>
                      </a:lvl1pPr>
                      <a:lvl2pPr marL="336550" algn="l" defTabSz="887413">
                        <a:spcBef>
                          <a:spcPct val="20000"/>
                        </a:spcBef>
                        <a:buClr>
                          <a:srgbClr val="A50021"/>
                        </a:buClr>
                        <a:defRPr kumimoji="1" b="1">
                          <a:solidFill>
                            <a:srgbClr val="FFFF99"/>
                          </a:solidFill>
                          <a:effectLst>
                            <a:outerShdw blurRad="38100" dist="38100" dir="2700000" algn="tl">
                              <a:srgbClr val="000000"/>
                            </a:outerShdw>
                          </a:effectLst>
                          <a:latin typeface="Times New Roman" panose="02020603050405020304" pitchFamily="18" charset="0"/>
                        </a:defRPr>
                      </a:lvl2pPr>
                      <a:lvl3pPr marL="682625" algn="l" defTabSz="887413">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3pPr>
                      <a:lvl4pPr marL="1328738" algn="l" defTabSz="887413">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4pPr>
                      <a:lvl5pPr marL="1771650" algn="l" defTabSz="887413">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5pPr>
                      <a:lvl6pPr marL="2228850" defTabSz="887413"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6pPr>
                      <a:lvl7pPr marL="2686050" defTabSz="887413"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7pPr>
                      <a:lvl8pPr marL="3143250" defTabSz="887413"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8pPr>
                      <a:lvl9pPr marL="3600450" defTabSz="887413"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9pPr>
                    </a:lstStyle>
                    <a:p>
                      <a:pPr marL="0" marR="0" lvl="0" indent="0" algn="l" defTabSz="887413" rtl="0" eaLnBrk="0" fontAlgn="base" latinLnBrk="0" hangingPunct="0">
                        <a:lnSpc>
                          <a:spcPct val="100000"/>
                        </a:lnSpc>
                        <a:spcBef>
                          <a:spcPct val="20000"/>
                        </a:spcBef>
                        <a:spcAft>
                          <a:spcPct val="0"/>
                        </a:spcAft>
                        <a:buClr>
                          <a:srgbClr val="A50021"/>
                        </a:buClr>
                        <a:buSzPct val="75000"/>
                        <a:buFont typeface="Monotype Sorts" pitchFamily="2" charset="2"/>
                        <a:buNone/>
                        <a:tabLst/>
                      </a:pPr>
                      <a:r>
                        <a:rPr kumimoji="1" lang="en-US" altLang="en-US" sz="2000" b="1" i="0" u="none" strike="noStrike" cap="none" normalizeH="0" baseline="0" dirty="0">
                          <a:ln>
                            <a:noFill/>
                          </a:ln>
                          <a:solidFill>
                            <a:schemeClr val="tx1"/>
                          </a:solidFill>
                          <a:effectLst/>
                          <a:latin typeface="Times New Roman" panose="02020603050405020304" pitchFamily="18" charset="0"/>
                        </a:rPr>
                        <a:t>FOOL</a:t>
                      </a:r>
                    </a:p>
                  </a:txBody>
                  <a:tcPr marT="45669" marB="456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defTabSz="887413">
                        <a:spcBef>
                          <a:spcPct val="20000"/>
                        </a:spcBef>
                        <a:buClr>
                          <a:srgbClr val="A50021"/>
                        </a:buClr>
                        <a:buSzPct val="75000"/>
                        <a:buFont typeface="Monotype Sorts" pitchFamily="2" charset="2"/>
                        <a:defRPr kumimoji="1" sz="2000" b="1">
                          <a:solidFill>
                            <a:srgbClr val="FFFF99"/>
                          </a:solidFill>
                          <a:effectLst>
                            <a:outerShdw blurRad="38100" dist="38100" dir="2700000" algn="tl">
                              <a:srgbClr val="000000"/>
                            </a:outerShdw>
                          </a:effectLst>
                          <a:latin typeface="Times New Roman" panose="02020603050405020304" pitchFamily="18" charset="0"/>
                        </a:defRPr>
                      </a:lvl1pPr>
                      <a:lvl2pPr marL="336550" algn="l" defTabSz="887413">
                        <a:spcBef>
                          <a:spcPct val="20000"/>
                        </a:spcBef>
                        <a:buClr>
                          <a:srgbClr val="A50021"/>
                        </a:buClr>
                        <a:defRPr kumimoji="1" b="1">
                          <a:solidFill>
                            <a:srgbClr val="FFFF99"/>
                          </a:solidFill>
                          <a:effectLst>
                            <a:outerShdw blurRad="38100" dist="38100" dir="2700000" algn="tl">
                              <a:srgbClr val="000000"/>
                            </a:outerShdw>
                          </a:effectLst>
                          <a:latin typeface="Times New Roman" panose="02020603050405020304" pitchFamily="18" charset="0"/>
                        </a:defRPr>
                      </a:lvl2pPr>
                      <a:lvl3pPr marL="682625" algn="l" defTabSz="887413">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3pPr>
                      <a:lvl4pPr marL="1328738" algn="l" defTabSz="887413">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4pPr>
                      <a:lvl5pPr marL="1771650" algn="l" defTabSz="887413">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5pPr>
                      <a:lvl6pPr marL="2228850" defTabSz="887413"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6pPr>
                      <a:lvl7pPr marL="2686050" defTabSz="887413"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7pPr>
                      <a:lvl8pPr marL="3143250" defTabSz="887413"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8pPr>
                      <a:lvl9pPr marL="3600450" defTabSz="887413"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9pPr>
                    </a:lstStyle>
                    <a:p>
                      <a:pPr marL="0" marR="0" lvl="0" indent="0" algn="l" defTabSz="887413" rtl="0" eaLnBrk="0" fontAlgn="base" latinLnBrk="0" hangingPunct="0">
                        <a:lnSpc>
                          <a:spcPct val="100000"/>
                        </a:lnSpc>
                        <a:spcBef>
                          <a:spcPct val="20000"/>
                        </a:spcBef>
                        <a:spcAft>
                          <a:spcPct val="0"/>
                        </a:spcAft>
                        <a:buClr>
                          <a:srgbClr val="A50021"/>
                        </a:buClr>
                        <a:buSzPct val="75000"/>
                        <a:buFont typeface="Monotype Sorts" pitchFamily="2" charset="2"/>
                        <a:buNone/>
                        <a:tabLst/>
                      </a:pPr>
                      <a:r>
                        <a:rPr kumimoji="1" lang="en-US" altLang="en-US" sz="2000" b="1" i="0" u="none" strike="noStrike" cap="none" normalizeH="0" baseline="0">
                          <a:ln>
                            <a:noFill/>
                          </a:ln>
                          <a:solidFill>
                            <a:schemeClr val="tx1"/>
                          </a:solidFill>
                          <a:effectLst/>
                          <a:latin typeface="Times New Roman" panose="02020603050405020304" pitchFamily="18" charset="0"/>
                        </a:rPr>
                        <a:t>AND</a:t>
                      </a:r>
                    </a:p>
                  </a:txBody>
                  <a:tcPr marT="45669" marB="456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defTabSz="887413">
                        <a:spcBef>
                          <a:spcPct val="20000"/>
                        </a:spcBef>
                        <a:buClr>
                          <a:srgbClr val="A50021"/>
                        </a:buClr>
                        <a:buSzPct val="75000"/>
                        <a:buFont typeface="Monotype Sorts" pitchFamily="2" charset="2"/>
                        <a:defRPr kumimoji="1" sz="2000" b="1">
                          <a:solidFill>
                            <a:srgbClr val="FFFF99"/>
                          </a:solidFill>
                          <a:effectLst>
                            <a:outerShdw blurRad="38100" dist="38100" dir="2700000" algn="tl">
                              <a:srgbClr val="000000"/>
                            </a:outerShdw>
                          </a:effectLst>
                          <a:latin typeface="Times New Roman" panose="02020603050405020304" pitchFamily="18" charset="0"/>
                        </a:defRPr>
                      </a:lvl1pPr>
                      <a:lvl2pPr marL="336550" algn="l" defTabSz="887413">
                        <a:spcBef>
                          <a:spcPct val="20000"/>
                        </a:spcBef>
                        <a:buClr>
                          <a:srgbClr val="A50021"/>
                        </a:buClr>
                        <a:defRPr kumimoji="1" b="1">
                          <a:solidFill>
                            <a:srgbClr val="FFFF99"/>
                          </a:solidFill>
                          <a:effectLst>
                            <a:outerShdw blurRad="38100" dist="38100" dir="2700000" algn="tl">
                              <a:srgbClr val="000000"/>
                            </a:outerShdw>
                          </a:effectLst>
                          <a:latin typeface="Times New Roman" panose="02020603050405020304" pitchFamily="18" charset="0"/>
                        </a:defRPr>
                      </a:lvl2pPr>
                      <a:lvl3pPr marL="682625" algn="l" defTabSz="887413">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3pPr>
                      <a:lvl4pPr marL="1328738" algn="l" defTabSz="887413">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4pPr>
                      <a:lvl5pPr marL="1771650" algn="l" defTabSz="887413">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5pPr>
                      <a:lvl6pPr marL="2228850" defTabSz="887413"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6pPr>
                      <a:lvl7pPr marL="2686050" defTabSz="887413"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7pPr>
                      <a:lvl8pPr marL="3143250" defTabSz="887413"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8pPr>
                      <a:lvl9pPr marL="3600450" defTabSz="887413"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9pPr>
                    </a:lstStyle>
                    <a:p>
                      <a:pPr marL="0" marR="0" lvl="0" indent="0" algn="l" defTabSz="887413" rtl="0" eaLnBrk="0" fontAlgn="base" latinLnBrk="0" hangingPunct="0">
                        <a:lnSpc>
                          <a:spcPct val="100000"/>
                        </a:lnSpc>
                        <a:spcBef>
                          <a:spcPct val="20000"/>
                        </a:spcBef>
                        <a:spcAft>
                          <a:spcPct val="0"/>
                        </a:spcAft>
                        <a:buClr>
                          <a:srgbClr val="A50021"/>
                        </a:buClr>
                        <a:buSzPct val="75000"/>
                        <a:buFont typeface="Monotype Sorts" pitchFamily="2" charset="2"/>
                        <a:buNone/>
                        <a:tabLst/>
                      </a:pPr>
                      <a:r>
                        <a:rPr kumimoji="1" lang="en-US" altLang="en-US" sz="2000" b="1" i="0" u="none" strike="noStrike" cap="none" normalizeH="0" baseline="0">
                          <a:ln>
                            <a:noFill/>
                          </a:ln>
                          <a:solidFill>
                            <a:schemeClr val="tx1"/>
                          </a:solidFill>
                          <a:effectLst/>
                          <a:latin typeface="Times New Roman" panose="02020603050405020304" pitchFamily="18" charset="0"/>
                        </a:rPr>
                        <a:t>HIS</a:t>
                      </a:r>
                    </a:p>
                  </a:txBody>
                  <a:tcPr marT="45669" marB="456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defTabSz="887413">
                        <a:spcBef>
                          <a:spcPct val="20000"/>
                        </a:spcBef>
                        <a:buClr>
                          <a:srgbClr val="A50021"/>
                        </a:buClr>
                        <a:buSzPct val="75000"/>
                        <a:buFont typeface="Monotype Sorts" pitchFamily="2" charset="2"/>
                        <a:defRPr kumimoji="1" sz="2000" b="1">
                          <a:solidFill>
                            <a:srgbClr val="FFFF99"/>
                          </a:solidFill>
                          <a:effectLst>
                            <a:outerShdw blurRad="38100" dist="38100" dir="2700000" algn="tl">
                              <a:srgbClr val="000000"/>
                            </a:outerShdw>
                          </a:effectLst>
                          <a:latin typeface="Times New Roman" panose="02020603050405020304" pitchFamily="18" charset="0"/>
                        </a:defRPr>
                      </a:lvl1pPr>
                      <a:lvl2pPr marL="336550" algn="l" defTabSz="887413">
                        <a:spcBef>
                          <a:spcPct val="20000"/>
                        </a:spcBef>
                        <a:buClr>
                          <a:srgbClr val="A50021"/>
                        </a:buClr>
                        <a:defRPr kumimoji="1" b="1">
                          <a:solidFill>
                            <a:srgbClr val="FFFF99"/>
                          </a:solidFill>
                          <a:effectLst>
                            <a:outerShdw blurRad="38100" dist="38100" dir="2700000" algn="tl">
                              <a:srgbClr val="000000"/>
                            </a:outerShdw>
                          </a:effectLst>
                          <a:latin typeface="Times New Roman" panose="02020603050405020304" pitchFamily="18" charset="0"/>
                        </a:defRPr>
                      </a:lvl2pPr>
                      <a:lvl3pPr marL="682625" algn="l" defTabSz="887413">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3pPr>
                      <a:lvl4pPr marL="1328738" algn="l" defTabSz="887413">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4pPr>
                      <a:lvl5pPr marL="1771650" algn="l" defTabSz="887413">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5pPr>
                      <a:lvl6pPr marL="2228850" defTabSz="887413"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6pPr>
                      <a:lvl7pPr marL="2686050" defTabSz="887413"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7pPr>
                      <a:lvl8pPr marL="3143250" defTabSz="887413"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8pPr>
                      <a:lvl9pPr marL="3600450" defTabSz="887413"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9pPr>
                    </a:lstStyle>
                    <a:p>
                      <a:pPr marL="0" marR="0" lvl="0" indent="0" algn="l" defTabSz="887413" rtl="0" eaLnBrk="0" fontAlgn="base" latinLnBrk="0" hangingPunct="0">
                        <a:lnSpc>
                          <a:spcPct val="100000"/>
                        </a:lnSpc>
                        <a:spcBef>
                          <a:spcPct val="20000"/>
                        </a:spcBef>
                        <a:spcAft>
                          <a:spcPct val="0"/>
                        </a:spcAft>
                        <a:buClr>
                          <a:srgbClr val="A50021"/>
                        </a:buClr>
                        <a:buSzPct val="75000"/>
                        <a:buFont typeface="Monotype Sorts" pitchFamily="2" charset="2"/>
                        <a:buNone/>
                        <a:tabLst/>
                      </a:pPr>
                      <a:r>
                        <a:rPr kumimoji="1" lang="en-US" altLang="en-US" sz="2000" b="1" i="0" u="none" strike="noStrike" cap="none" normalizeH="0" baseline="0" dirty="0">
                          <a:ln>
                            <a:noFill/>
                          </a:ln>
                          <a:solidFill>
                            <a:schemeClr val="tx1"/>
                          </a:solidFill>
                          <a:effectLst/>
                          <a:latin typeface="Times New Roman" panose="02020603050405020304" pitchFamily="18" charset="0"/>
                        </a:rPr>
                        <a:t>MONEY</a:t>
                      </a:r>
                    </a:p>
                  </a:txBody>
                  <a:tcPr marT="45669" marB="456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defTabSz="887413">
                        <a:spcBef>
                          <a:spcPct val="20000"/>
                        </a:spcBef>
                        <a:buClr>
                          <a:srgbClr val="A50021"/>
                        </a:buClr>
                        <a:buSzPct val="75000"/>
                        <a:buFont typeface="Monotype Sorts" pitchFamily="2" charset="2"/>
                        <a:defRPr kumimoji="1" sz="2000" b="1">
                          <a:solidFill>
                            <a:srgbClr val="FFFF99"/>
                          </a:solidFill>
                          <a:effectLst>
                            <a:outerShdw blurRad="38100" dist="38100" dir="2700000" algn="tl">
                              <a:srgbClr val="000000"/>
                            </a:outerShdw>
                          </a:effectLst>
                          <a:latin typeface="Times New Roman" panose="02020603050405020304" pitchFamily="18" charset="0"/>
                        </a:defRPr>
                      </a:lvl1pPr>
                      <a:lvl2pPr marL="336550" algn="l" defTabSz="887413">
                        <a:spcBef>
                          <a:spcPct val="20000"/>
                        </a:spcBef>
                        <a:buClr>
                          <a:srgbClr val="A50021"/>
                        </a:buClr>
                        <a:defRPr kumimoji="1" b="1">
                          <a:solidFill>
                            <a:srgbClr val="FFFF99"/>
                          </a:solidFill>
                          <a:effectLst>
                            <a:outerShdw blurRad="38100" dist="38100" dir="2700000" algn="tl">
                              <a:srgbClr val="000000"/>
                            </a:outerShdw>
                          </a:effectLst>
                          <a:latin typeface="Times New Roman" panose="02020603050405020304" pitchFamily="18" charset="0"/>
                        </a:defRPr>
                      </a:lvl2pPr>
                      <a:lvl3pPr marL="682625" algn="l" defTabSz="887413">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3pPr>
                      <a:lvl4pPr marL="1328738" algn="l" defTabSz="887413">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4pPr>
                      <a:lvl5pPr marL="1771650" algn="l" defTabSz="887413">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5pPr>
                      <a:lvl6pPr marL="2228850" defTabSz="887413"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6pPr>
                      <a:lvl7pPr marL="2686050" defTabSz="887413"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7pPr>
                      <a:lvl8pPr marL="3143250" defTabSz="887413"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8pPr>
                      <a:lvl9pPr marL="3600450" defTabSz="887413"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9pPr>
                    </a:lstStyle>
                    <a:p>
                      <a:pPr marL="0" marR="0" lvl="0" indent="0" algn="l" defTabSz="887413" rtl="0" eaLnBrk="0" fontAlgn="base" latinLnBrk="0" hangingPunct="0">
                        <a:lnSpc>
                          <a:spcPct val="100000"/>
                        </a:lnSpc>
                        <a:spcBef>
                          <a:spcPct val="20000"/>
                        </a:spcBef>
                        <a:spcAft>
                          <a:spcPct val="0"/>
                        </a:spcAft>
                        <a:buClr>
                          <a:srgbClr val="A50021"/>
                        </a:buClr>
                        <a:buSzPct val="75000"/>
                        <a:buFont typeface="Monotype Sorts" pitchFamily="2" charset="2"/>
                        <a:buNone/>
                        <a:tabLst/>
                      </a:pPr>
                      <a:r>
                        <a:rPr kumimoji="1" lang="en-US" altLang="en-US" sz="2000" b="1" i="0" u="none" strike="noStrike" cap="none" normalizeH="0" baseline="0" dirty="0">
                          <a:ln>
                            <a:noFill/>
                          </a:ln>
                          <a:solidFill>
                            <a:schemeClr val="tx1"/>
                          </a:solidFill>
                          <a:effectLst/>
                          <a:latin typeface="Times New Roman" panose="02020603050405020304" pitchFamily="18" charset="0"/>
                        </a:rPr>
                        <a:t>ARE</a:t>
                      </a:r>
                    </a:p>
                  </a:txBody>
                  <a:tcPr marT="45669" marB="456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defTabSz="887413">
                        <a:spcBef>
                          <a:spcPct val="20000"/>
                        </a:spcBef>
                        <a:buClr>
                          <a:srgbClr val="A50021"/>
                        </a:buClr>
                        <a:buSzPct val="75000"/>
                        <a:buFont typeface="Monotype Sorts" pitchFamily="2" charset="2"/>
                        <a:defRPr kumimoji="1" sz="2000" b="1">
                          <a:solidFill>
                            <a:srgbClr val="FFFF99"/>
                          </a:solidFill>
                          <a:effectLst>
                            <a:outerShdw blurRad="38100" dist="38100" dir="2700000" algn="tl">
                              <a:srgbClr val="000000"/>
                            </a:outerShdw>
                          </a:effectLst>
                          <a:latin typeface="Times New Roman" panose="02020603050405020304" pitchFamily="18" charset="0"/>
                        </a:defRPr>
                      </a:lvl1pPr>
                      <a:lvl2pPr marL="336550" algn="l" defTabSz="887413">
                        <a:spcBef>
                          <a:spcPct val="20000"/>
                        </a:spcBef>
                        <a:buClr>
                          <a:srgbClr val="A50021"/>
                        </a:buClr>
                        <a:defRPr kumimoji="1" b="1">
                          <a:solidFill>
                            <a:srgbClr val="FFFF99"/>
                          </a:solidFill>
                          <a:effectLst>
                            <a:outerShdw blurRad="38100" dist="38100" dir="2700000" algn="tl">
                              <a:srgbClr val="000000"/>
                            </a:outerShdw>
                          </a:effectLst>
                          <a:latin typeface="Times New Roman" panose="02020603050405020304" pitchFamily="18" charset="0"/>
                        </a:defRPr>
                      </a:lvl2pPr>
                      <a:lvl3pPr marL="682625" algn="l" defTabSz="887413">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3pPr>
                      <a:lvl4pPr marL="1328738" algn="l" defTabSz="887413">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4pPr>
                      <a:lvl5pPr marL="1771650" algn="l" defTabSz="887413">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5pPr>
                      <a:lvl6pPr marL="2228850" defTabSz="887413"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6pPr>
                      <a:lvl7pPr marL="2686050" defTabSz="887413"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7pPr>
                      <a:lvl8pPr marL="3143250" defTabSz="887413"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8pPr>
                      <a:lvl9pPr marL="3600450" defTabSz="887413"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9pPr>
                    </a:lstStyle>
                    <a:p>
                      <a:pPr marL="0" marR="0" lvl="0" indent="0" algn="l" defTabSz="887413" rtl="0" eaLnBrk="0" fontAlgn="base" latinLnBrk="0" hangingPunct="0">
                        <a:lnSpc>
                          <a:spcPct val="100000"/>
                        </a:lnSpc>
                        <a:spcBef>
                          <a:spcPct val="20000"/>
                        </a:spcBef>
                        <a:spcAft>
                          <a:spcPct val="0"/>
                        </a:spcAft>
                        <a:buClr>
                          <a:srgbClr val="A50021"/>
                        </a:buClr>
                        <a:buSzPct val="75000"/>
                        <a:buFont typeface="Monotype Sorts" pitchFamily="2" charset="2"/>
                        <a:buNone/>
                        <a:tabLst/>
                      </a:pPr>
                      <a:r>
                        <a:rPr kumimoji="1" lang="en-US" altLang="en-US" sz="2000" b="1" i="0" u="none" strike="noStrike" cap="none" normalizeH="0" baseline="0" dirty="0">
                          <a:ln>
                            <a:noFill/>
                          </a:ln>
                          <a:solidFill>
                            <a:schemeClr val="tx1"/>
                          </a:solidFill>
                          <a:effectLst/>
                          <a:latin typeface="Times New Roman" panose="02020603050405020304" pitchFamily="18" charset="0"/>
                        </a:rPr>
                        <a:t>SOON </a:t>
                      </a:r>
                    </a:p>
                  </a:txBody>
                  <a:tcPr marT="45669" marB="456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defTabSz="887413">
                        <a:spcBef>
                          <a:spcPct val="20000"/>
                        </a:spcBef>
                        <a:buClr>
                          <a:srgbClr val="A50021"/>
                        </a:buClr>
                        <a:buSzPct val="75000"/>
                        <a:buFont typeface="Monotype Sorts" pitchFamily="2" charset="2"/>
                        <a:defRPr kumimoji="1" sz="2000" b="1">
                          <a:solidFill>
                            <a:srgbClr val="FFFF99"/>
                          </a:solidFill>
                          <a:effectLst>
                            <a:outerShdw blurRad="38100" dist="38100" dir="2700000" algn="tl">
                              <a:srgbClr val="000000"/>
                            </a:outerShdw>
                          </a:effectLst>
                          <a:latin typeface="Times New Roman" panose="02020603050405020304" pitchFamily="18" charset="0"/>
                        </a:defRPr>
                      </a:lvl1pPr>
                      <a:lvl2pPr marL="336550" algn="l" defTabSz="887413">
                        <a:spcBef>
                          <a:spcPct val="20000"/>
                        </a:spcBef>
                        <a:buClr>
                          <a:srgbClr val="A50021"/>
                        </a:buClr>
                        <a:defRPr kumimoji="1" b="1">
                          <a:solidFill>
                            <a:srgbClr val="FFFF99"/>
                          </a:solidFill>
                          <a:effectLst>
                            <a:outerShdw blurRad="38100" dist="38100" dir="2700000" algn="tl">
                              <a:srgbClr val="000000"/>
                            </a:outerShdw>
                          </a:effectLst>
                          <a:latin typeface="Times New Roman" panose="02020603050405020304" pitchFamily="18" charset="0"/>
                        </a:defRPr>
                      </a:lvl2pPr>
                      <a:lvl3pPr marL="682625" algn="l" defTabSz="887413">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3pPr>
                      <a:lvl4pPr marL="1328738" algn="l" defTabSz="887413">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4pPr>
                      <a:lvl5pPr marL="1771650" algn="l" defTabSz="887413">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5pPr>
                      <a:lvl6pPr marL="2228850" defTabSz="887413"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6pPr>
                      <a:lvl7pPr marL="2686050" defTabSz="887413"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7pPr>
                      <a:lvl8pPr marL="3143250" defTabSz="887413"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8pPr>
                      <a:lvl9pPr marL="3600450" defTabSz="887413"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9pPr>
                    </a:lstStyle>
                    <a:p>
                      <a:pPr marL="0" marR="0" lvl="0" indent="0" algn="l" defTabSz="887413" rtl="0" eaLnBrk="0" fontAlgn="base" latinLnBrk="0" hangingPunct="0">
                        <a:lnSpc>
                          <a:spcPct val="100000"/>
                        </a:lnSpc>
                        <a:spcBef>
                          <a:spcPct val="20000"/>
                        </a:spcBef>
                        <a:spcAft>
                          <a:spcPct val="0"/>
                        </a:spcAft>
                        <a:buClr>
                          <a:srgbClr val="A50021"/>
                        </a:buClr>
                        <a:buSzPct val="75000"/>
                        <a:buFont typeface="Monotype Sorts" pitchFamily="2" charset="2"/>
                        <a:buNone/>
                        <a:tabLst/>
                      </a:pPr>
                      <a:r>
                        <a:rPr kumimoji="1" lang="en-US" altLang="en-US" sz="2000" b="1" i="0" u="none" strike="noStrike" cap="none" normalizeH="0" baseline="0" dirty="0">
                          <a:ln>
                            <a:noFill/>
                          </a:ln>
                          <a:solidFill>
                            <a:schemeClr val="tx1"/>
                          </a:solidFill>
                          <a:effectLst/>
                          <a:latin typeface="Times New Roman" panose="02020603050405020304" pitchFamily="18" charset="0"/>
                        </a:rPr>
                        <a:t>PARTED</a:t>
                      </a:r>
                    </a:p>
                  </a:txBody>
                  <a:tcPr marT="45669" marB="4566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6082">
                <a:tc>
                  <a:txBody>
                    <a:bodyPr/>
                    <a:lstStyle>
                      <a:lvl1pPr algn="l" defTabSz="887413">
                        <a:spcBef>
                          <a:spcPct val="20000"/>
                        </a:spcBef>
                        <a:buClr>
                          <a:srgbClr val="A50021"/>
                        </a:buClr>
                        <a:buSzPct val="75000"/>
                        <a:buFont typeface="Monotype Sorts" pitchFamily="2" charset="2"/>
                        <a:defRPr kumimoji="1" sz="2000" b="1">
                          <a:solidFill>
                            <a:srgbClr val="FFFF99"/>
                          </a:solidFill>
                          <a:effectLst>
                            <a:outerShdw blurRad="38100" dist="38100" dir="2700000" algn="tl">
                              <a:srgbClr val="000000"/>
                            </a:outerShdw>
                          </a:effectLst>
                          <a:latin typeface="Times New Roman" panose="02020603050405020304" pitchFamily="18" charset="0"/>
                        </a:defRPr>
                      </a:lvl1pPr>
                      <a:lvl2pPr marL="336550" algn="l" defTabSz="887413">
                        <a:spcBef>
                          <a:spcPct val="20000"/>
                        </a:spcBef>
                        <a:buClr>
                          <a:srgbClr val="A50021"/>
                        </a:buClr>
                        <a:defRPr kumimoji="1" b="1">
                          <a:solidFill>
                            <a:srgbClr val="FFFF99"/>
                          </a:solidFill>
                          <a:effectLst>
                            <a:outerShdw blurRad="38100" dist="38100" dir="2700000" algn="tl">
                              <a:srgbClr val="000000"/>
                            </a:outerShdw>
                          </a:effectLst>
                          <a:latin typeface="Times New Roman" panose="02020603050405020304" pitchFamily="18" charset="0"/>
                        </a:defRPr>
                      </a:lvl2pPr>
                      <a:lvl3pPr marL="682625" algn="l" defTabSz="887413">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3pPr>
                      <a:lvl4pPr marL="1328738" algn="l" defTabSz="887413">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4pPr>
                      <a:lvl5pPr marL="1771650" algn="l" defTabSz="887413">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5pPr>
                      <a:lvl6pPr marL="2228850" defTabSz="887413"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6pPr>
                      <a:lvl7pPr marL="2686050" defTabSz="887413"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7pPr>
                      <a:lvl8pPr marL="3143250" defTabSz="887413"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8pPr>
                      <a:lvl9pPr marL="3600450" defTabSz="887413"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9pPr>
                    </a:lstStyle>
                    <a:p>
                      <a:pPr marL="0" marR="0" lvl="0" indent="0" algn="l" defTabSz="887413" rtl="0" eaLnBrk="0" fontAlgn="base" latinLnBrk="0" hangingPunct="0">
                        <a:lnSpc>
                          <a:spcPct val="100000"/>
                        </a:lnSpc>
                        <a:spcBef>
                          <a:spcPct val="20000"/>
                        </a:spcBef>
                        <a:spcAft>
                          <a:spcPct val="0"/>
                        </a:spcAft>
                        <a:buClr>
                          <a:srgbClr val="A50021"/>
                        </a:buClr>
                        <a:buSzPct val="75000"/>
                        <a:buFont typeface="Monotype Sorts" pitchFamily="2" charset="2"/>
                        <a:buNone/>
                        <a:tabLst/>
                      </a:pPr>
                      <a:r>
                        <a:rPr kumimoji="0" lang="en-US" altLang="en-US" sz="2000" b="1" i="1" u="none" strike="noStrike" cap="none" normalizeH="0" baseline="0">
                          <a:ln>
                            <a:noFill/>
                          </a:ln>
                          <a:solidFill>
                            <a:schemeClr val="tx1"/>
                          </a:solidFill>
                          <a:effectLst/>
                          <a:latin typeface="Times New Roman" panose="02020603050405020304" pitchFamily="18" charset="0"/>
                        </a:rPr>
                        <a:t>h</a:t>
                      </a:r>
                      <a:r>
                        <a:rPr kumimoji="0" lang="en-US" altLang="en-US" sz="2000" b="1" i="0" u="none" strike="noStrike" cap="none" normalizeH="0" baseline="0">
                          <a:ln>
                            <a:noFill/>
                          </a:ln>
                          <a:solidFill>
                            <a:schemeClr val="tx1"/>
                          </a:solidFill>
                          <a:effectLst/>
                          <a:latin typeface="Times New Roman" panose="02020603050405020304" pitchFamily="18" charset="0"/>
                        </a:rPr>
                        <a:t>(</a:t>
                      </a:r>
                      <a:r>
                        <a:rPr kumimoji="0" lang="en-US" altLang="en-US" sz="2000" b="1" i="1" u="none" strike="noStrike" cap="none" normalizeH="0" baseline="0">
                          <a:ln>
                            <a:noFill/>
                          </a:ln>
                          <a:solidFill>
                            <a:schemeClr val="tx1"/>
                          </a:solidFill>
                          <a:effectLst/>
                          <a:latin typeface="Times New Roman" panose="02020603050405020304" pitchFamily="18" charset="0"/>
                        </a:rPr>
                        <a:t>K</a:t>
                      </a:r>
                      <a:r>
                        <a:rPr kumimoji="0" lang="en-US" altLang="en-US" sz="2000" b="1" i="0" u="none" strike="noStrike" cap="none" normalizeH="0" baseline="0">
                          <a:ln>
                            <a:noFill/>
                          </a:ln>
                          <a:solidFill>
                            <a:schemeClr val="tx1"/>
                          </a:solidFill>
                          <a:effectLst/>
                          <a:latin typeface="Times New Roman" panose="02020603050405020304" pitchFamily="18" charset="0"/>
                        </a:rPr>
                        <a:t>)</a:t>
                      </a:r>
                    </a:p>
                  </a:txBody>
                  <a:tcPr marT="45669" marB="4566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defTabSz="887413">
                        <a:spcBef>
                          <a:spcPct val="20000"/>
                        </a:spcBef>
                        <a:buClr>
                          <a:srgbClr val="A50021"/>
                        </a:buClr>
                        <a:buSzPct val="75000"/>
                        <a:buFont typeface="Monotype Sorts" pitchFamily="2" charset="2"/>
                        <a:defRPr kumimoji="1" sz="2000" b="1">
                          <a:solidFill>
                            <a:srgbClr val="FFFF99"/>
                          </a:solidFill>
                          <a:effectLst>
                            <a:outerShdw blurRad="38100" dist="38100" dir="2700000" algn="tl">
                              <a:srgbClr val="000000"/>
                            </a:outerShdw>
                          </a:effectLst>
                          <a:latin typeface="Times New Roman" panose="02020603050405020304" pitchFamily="18" charset="0"/>
                        </a:defRPr>
                      </a:lvl1pPr>
                      <a:lvl2pPr marL="336550" algn="l" defTabSz="887413">
                        <a:spcBef>
                          <a:spcPct val="20000"/>
                        </a:spcBef>
                        <a:buClr>
                          <a:srgbClr val="A50021"/>
                        </a:buClr>
                        <a:defRPr kumimoji="1" b="1">
                          <a:solidFill>
                            <a:srgbClr val="FFFF99"/>
                          </a:solidFill>
                          <a:effectLst>
                            <a:outerShdw blurRad="38100" dist="38100" dir="2700000" algn="tl">
                              <a:srgbClr val="000000"/>
                            </a:outerShdw>
                          </a:effectLst>
                          <a:latin typeface="Times New Roman" panose="02020603050405020304" pitchFamily="18" charset="0"/>
                        </a:defRPr>
                      </a:lvl2pPr>
                      <a:lvl3pPr marL="682625" algn="l" defTabSz="887413">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3pPr>
                      <a:lvl4pPr marL="1328738" algn="l" defTabSz="887413">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4pPr>
                      <a:lvl5pPr marL="1771650" algn="l" defTabSz="887413">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5pPr>
                      <a:lvl6pPr marL="2228850" defTabSz="887413"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6pPr>
                      <a:lvl7pPr marL="2686050" defTabSz="887413"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7pPr>
                      <a:lvl8pPr marL="3143250" defTabSz="887413"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8pPr>
                      <a:lvl9pPr marL="3600450" defTabSz="887413"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9pPr>
                    </a:lstStyle>
                    <a:p>
                      <a:pPr marL="0" marR="0" lvl="0" indent="0" algn="ctr" defTabSz="887413" rtl="0" eaLnBrk="0" fontAlgn="base" latinLnBrk="0" hangingPunct="0">
                        <a:lnSpc>
                          <a:spcPct val="100000"/>
                        </a:lnSpc>
                        <a:spcBef>
                          <a:spcPct val="20000"/>
                        </a:spcBef>
                        <a:spcAft>
                          <a:spcPct val="0"/>
                        </a:spcAft>
                        <a:buClr>
                          <a:srgbClr val="A50021"/>
                        </a:buClr>
                        <a:buSzPct val="75000"/>
                        <a:buFont typeface="Monotype Sorts" pitchFamily="2" charset="2"/>
                        <a:buNone/>
                        <a:tabLst/>
                      </a:pPr>
                      <a:r>
                        <a:rPr kumimoji="1" lang="en-US" altLang="en-US" sz="2000" b="1" i="0" u="none" strike="noStrike" cap="none" normalizeH="0" baseline="0">
                          <a:ln>
                            <a:noFill/>
                          </a:ln>
                          <a:solidFill>
                            <a:schemeClr val="tx1"/>
                          </a:solidFill>
                          <a:effectLst/>
                          <a:latin typeface="Times New Roman" panose="02020603050405020304" pitchFamily="18" charset="0"/>
                        </a:rPr>
                        <a:t>1</a:t>
                      </a:r>
                    </a:p>
                  </a:txBody>
                  <a:tcPr marT="45669" marB="456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defTabSz="887413">
                        <a:spcBef>
                          <a:spcPct val="20000"/>
                        </a:spcBef>
                        <a:buClr>
                          <a:srgbClr val="A50021"/>
                        </a:buClr>
                        <a:buSzPct val="75000"/>
                        <a:buFont typeface="Monotype Sorts" pitchFamily="2" charset="2"/>
                        <a:defRPr kumimoji="1" sz="2000" b="1">
                          <a:solidFill>
                            <a:srgbClr val="FFFF99"/>
                          </a:solidFill>
                          <a:effectLst>
                            <a:outerShdw blurRad="38100" dist="38100" dir="2700000" algn="tl">
                              <a:srgbClr val="000000"/>
                            </a:outerShdw>
                          </a:effectLst>
                          <a:latin typeface="Times New Roman" panose="02020603050405020304" pitchFamily="18" charset="0"/>
                        </a:defRPr>
                      </a:lvl1pPr>
                      <a:lvl2pPr marL="336550" algn="l" defTabSz="887413">
                        <a:spcBef>
                          <a:spcPct val="20000"/>
                        </a:spcBef>
                        <a:buClr>
                          <a:srgbClr val="A50021"/>
                        </a:buClr>
                        <a:defRPr kumimoji="1" b="1">
                          <a:solidFill>
                            <a:srgbClr val="FFFF99"/>
                          </a:solidFill>
                          <a:effectLst>
                            <a:outerShdw blurRad="38100" dist="38100" dir="2700000" algn="tl">
                              <a:srgbClr val="000000"/>
                            </a:outerShdw>
                          </a:effectLst>
                          <a:latin typeface="Times New Roman" panose="02020603050405020304" pitchFamily="18" charset="0"/>
                        </a:defRPr>
                      </a:lvl2pPr>
                      <a:lvl3pPr marL="682625" algn="l" defTabSz="887413">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3pPr>
                      <a:lvl4pPr marL="1328738" algn="l" defTabSz="887413">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4pPr>
                      <a:lvl5pPr marL="1771650" algn="l" defTabSz="887413">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5pPr>
                      <a:lvl6pPr marL="2228850" defTabSz="887413"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6pPr>
                      <a:lvl7pPr marL="2686050" defTabSz="887413"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7pPr>
                      <a:lvl8pPr marL="3143250" defTabSz="887413"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8pPr>
                      <a:lvl9pPr marL="3600450" defTabSz="887413"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9pPr>
                    </a:lstStyle>
                    <a:p>
                      <a:pPr marL="0" marR="0" lvl="0" indent="0" algn="ctr" defTabSz="887413" rtl="0" eaLnBrk="0" fontAlgn="base" latinLnBrk="0" hangingPunct="0">
                        <a:lnSpc>
                          <a:spcPct val="100000"/>
                        </a:lnSpc>
                        <a:spcBef>
                          <a:spcPct val="20000"/>
                        </a:spcBef>
                        <a:spcAft>
                          <a:spcPct val="0"/>
                        </a:spcAft>
                        <a:buClr>
                          <a:srgbClr val="A50021"/>
                        </a:buClr>
                        <a:buSzPct val="75000"/>
                        <a:buFont typeface="Monotype Sorts" pitchFamily="2" charset="2"/>
                        <a:buNone/>
                        <a:tabLst/>
                      </a:pPr>
                      <a:r>
                        <a:rPr kumimoji="1" lang="en-US" altLang="en-US" sz="2000" b="1" i="0" u="none" strike="noStrike" cap="none" normalizeH="0" baseline="0">
                          <a:ln>
                            <a:noFill/>
                          </a:ln>
                          <a:solidFill>
                            <a:schemeClr val="tx1"/>
                          </a:solidFill>
                          <a:effectLst/>
                          <a:latin typeface="Times New Roman" panose="02020603050405020304" pitchFamily="18" charset="0"/>
                        </a:rPr>
                        <a:t>9</a:t>
                      </a:r>
                    </a:p>
                  </a:txBody>
                  <a:tcPr marT="45669" marB="456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defTabSz="887413">
                        <a:spcBef>
                          <a:spcPct val="20000"/>
                        </a:spcBef>
                        <a:buClr>
                          <a:srgbClr val="A50021"/>
                        </a:buClr>
                        <a:buSzPct val="75000"/>
                        <a:buFont typeface="Monotype Sorts" pitchFamily="2" charset="2"/>
                        <a:defRPr kumimoji="1" sz="2000" b="1">
                          <a:solidFill>
                            <a:srgbClr val="FFFF99"/>
                          </a:solidFill>
                          <a:effectLst>
                            <a:outerShdw blurRad="38100" dist="38100" dir="2700000" algn="tl">
                              <a:srgbClr val="000000"/>
                            </a:outerShdw>
                          </a:effectLst>
                          <a:latin typeface="Times New Roman" panose="02020603050405020304" pitchFamily="18" charset="0"/>
                        </a:defRPr>
                      </a:lvl1pPr>
                      <a:lvl2pPr marL="336550" algn="l" defTabSz="887413">
                        <a:spcBef>
                          <a:spcPct val="20000"/>
                        </a:spcBef>
                        <a:buClr>
                          <a:srgbClr val="A50021"/>
                        </a:buClr>
                        <a:defRPr kumimoji="1" b="1">
                          <a:solidFill>
                            <a:srgbClr val="FFFF99"/>
                          </a:solidFill>
                          <a:effectLst>
                            <a:outerShdw blurRad="38100" dist="38100" dir="2700000" algn="tl">
                              <a:srgbClr val="000000"/>
                            </a:outerShdw>
                          </a:effectLst>
                          <a:latin typeface="Times New Roman" panose="02020603050405020304" pitchFamily="18" charset="0"/>
                        </a:defRPr>
                      </a:lvl2pPr>
                      <a:lvl3pPr marL="682625" algn="l" defTabSz="887413">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3pPr>
                      <a:lvl4pPr marL="1328738" algn="l" defTabSz="887413">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4pPr>
                      <a:lvl5pPr marL="1771650" algn="l" defTabSz="887413">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5pPr>
                      <a:lvl6pPr marL="2228850" defTabSz="887413"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6pPr>
                      <a:lvl7pPr marL="2686050" defTabSz="887413"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7pPr>
                      <a:lvl8pPr marL="3143250" defTabSz="887413"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8pPr>
                      <a:lvl9pPr marL="3600450" defTabSz="887413"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9pPr>
                    </a:lstStyle>
                    <a:p>
                      <a:pPr marL="0" marR="0" lvl="0" indent="0" algn="ctr" defTabSz="887413" rtl="0" eaLnBrk="0" fontAlgn="base" latinLnBrk="0" hangingPunct="0">
                        <a:lnSpc>
                          <a:spcPct val="100000"/>
                        </a:lnSpc>
                        <a:spcBef>
                          <a:spcPct val="20000"/>
                        </a:spcBef>
                        <a:spcAft>
                          <a:spcPct val="0"/>
                        </a:spcAft>
                        <a:buClr>
                          <a:srgbClr val="A50021"/>
                        </a:buClr>
                        <a:buSzPct val="75000"/>
                        <a:buFont typeface="Monotype Sorts" pitchFamily="2" charset="2"/>
                        <a:buNone/>
                        <a:tabLst/>
                      </a:pPr>
                      <a:r>
                        <a:rPr kumimoji="1" lang="en-US" altLang="en-US" sz="2000" b="1" i="0" u="none" strike="noStrike" cap="none" normalizeH="0" baseline="0">
                          <a:ln>
                            <a:noFill/>
                          </a:ln>
                          <a:solidFill>
                            <a:schemeClr val="tx1"/>
                          </a:solidFill>
                          <a:effectLst/>
                          <a:latin typeface="Times New Roman" panose="02020603050405020304" pitchFamily="18" charset="0"/>
                        </a:rPr>
                        <a:t>6</a:t>
                      </a:r>
                    </a:p>
                  </a:txBody>
                  <a:tcPr marT="45669" marB="456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defTabSz="887413">
                        <a:spcBef>
                          <a:spcPct val="20000"/>
                        </a:spcBef>
                        <a:buClr>
                          <a:srgbClr val="A50021"/>
                        </a:buClr>
                        <a:buSzPct val="75000"/>
                        <a:buFont typeface="Monotype Sorts" pitchFamily="2" charset="2"/>
                        <a:defRPr kumimoji="1" sz="2000" b="1">
                          <a:solidFill>
                            <a:srgbClr val="FFFF99"/>
                          </a:solidFill>
                          <a:effectLst>
                            <a:outerShdw blurRad="38100" dist="38100" dir="2700000" algn="tl">
                              <a:srgbClr val="000000"/>
                            </a:outerShdw>
                          </a:effectLst>
                          <a:latin typeface="Times New Roman" panose="02020603050405020304" pitchFamily="18" charset="0"/>
                        </a:defRPr>
                      </a:lvl1pPr>
                      <a:lvl2pPr marL="336550" algn="l" defTabSz="887413">
                        <a:spcBef>
                          <a:spcPct val="20000"/>
                        </a:spcBef>
                        <a:buClr>
                          <a:srgbClr val="A50021"/>
                        </a:buClr>
                        <a:defRPr kumimoji="1" b="1">
                          <a:solidFill>
                            <a:srgbClr val="FFFF99"/>
                          </a:solidFill>
                          <a:effectLst>
                            <a:outerShdw blurRad="38100" dist="38100" dir="2700000" algn="tl">
                              <a:srgbClr val="000000"/>
                            </a:outerShdw>
                          </a:effectLst>
                          <a:latin typeface="Times New Roman" panose="02020603050405020304" pitchFamily="18" charset="0"/>
                        </a:defRPr>
                      </a:lvl2pPr>
                      <a:lvl3pPr marL="682625" algn="l" defTabSz="887413">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3pPr>
                      <a:lvl4pPr marL="1328738" algn="l" defTabSz="887413">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4pPr>
                      <a:lvl5pPr marL="1771650" algn="l" defTabSz="887413">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5pPr>
                      <a:lvl6pPr marL="2228850" defTabSz="887413"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6pPr>
                      <a:lvl7pPr marL="2686050" defTabSz="887413"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7pPr>
                      <a:lvl8pPr marL="3143250" defTabSz="887413"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8pPr>
                      <a:lvl9pPr marL="3600450" defTabSz="887413"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9pPr>
                    </a:lstStyle>
                    <a:p>
                      <a:pPr marL="0" marR="0" lvl="0" indent="0" algn="ctr" defTabSz="887413" rtl="0" eaLnBrk="0" fontAlgn="base" latinLnBrk="0" hangingPunct="0">
                        <a:lnSpc>
                          <a:spcPct val="100000"/>
                        </a:lnSpc>
                        <a:spcBef>
                          <a:spcPct val="20000"/>
                        </a:spcBef>
                        <a:spcAft>
                          <a:spcPct val="0"/>
                        </a:spcAft>
                        <a:buClr>
                          <a:srgbClr val="A50021"/>
                        </a:buClr>
                        <a:buSzPct val="75000"/>
                        <a:buFont typeface="Monotype Sorts" pitchFamily="2" charset="2"/>
                        <a:buNone/>
                        <a:tabLst/>
                      </a:pPr>
                      <a:r>
                        <a:rPr kumimoji="1" lang="en-US" altLang="en-US" sz="2000" b="1" i="0" u="none" strike="noStrike" cap="none" normalizeH="0" baseline="0">
                          <a:ln>
                            <a:noFill/>
                          </a:ln>
                          <a:solidFill>
                            <a:schemeClr val="tx1"/>
                          </a:solidFill>
                          <a:effectLst/>
                          <a:latin typeface="Times New Roman" panose="02020603050405020304" pitchFamily="18" charset="0"/>
                        </a:rPr>
                        <a:t>10</a:t>
                      </a:r>
                    </a:p>
                  </a:txBody>
                  <a:tcPr marT="45669" marB="456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defTabSz="887413">
                        <a:spcBef>
                          <a:spcPct val="20000"/>
                        </a:spcBef>
                        <a:buClr>
                          <a:srgbClr val="A50021"/>
                        </a:buClr>
                        <a:buSzPct val="75000"/>
                        <a:buFont typeface="Monotype Sorts" pitchFamily="2" charset="2"/>
                        <a:defRPr kumimoji="1" sz="2000" b="1">
                          <a:solidFill>
                            <a:srgbClr val="FFFF99"/>
                          </a:solidFill>
                          <a:effectLst>
                            <a:outerShdw blurRad="38100" dist="38100" dir="2700000" algn="tl">
                              <a:srgbClr val="000000"/>
                            </a:outerShdw>
                          </a:effectLst>
                          <a:latin typeface="Times New Roman" panose="02020603050405020304" pitchFamily="18" charset="0"/>
                        </a:defRPr>
                      </a:lvl1pPr>
                      <a:lvl2pPr marL="336550" algn="l" defTabSz="887413">
                        <a:spcBef>
                          <a:spcPct val="20000"/>
                        </a:spcBef>
                        <a:buClr>
                          <a:srgbClr val="A50021"/>
                        </a:buClr>
                        <a:defRPr kumimoji="1" b="1">
                          <a:solidFill>
                            <a:srgbClr val="FFFF99"/>
                          </a:solidFill>
                          <a:effectLst>
                            <a:outerShdw blurRad="38100" dist="38100" dir="2700000" algn="tl">
                              <a:srgbClr val="000000"/>
                            </a:outerShdw>
                          </a:effectLst>
                          <a:latin typeface="Times New Roman" panose="02020603050405020304" pitchFamily="18" charset="0"/>
                        </a:defRPr>
                      </a:lvl2pPr>
                      <a:lvl3pPr marL="682625" algn="l" defTabSz="887413">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3pPr>
                      <a:lvl4pPr marL="1328738" algn="l" defTabSz="887413">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4pPr>
                      <a:lvl5pPr marL="1771650" algn="l" defTabSz="887413">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5pPr>
                      <a:lvl6pPr marL="2228850" defTabSz="887413"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6pPr>
                      <a:lvl7pPr marL="2686050" defTabSz="887413"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7pPr>
                      <a:lvl8pPr marL="3143250" defTabSz="887413"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8pPr>
                      <a:lvl9pPr marL="3600450" defTabSz="887413"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9pPr>
                    </a:lstStyle>
                    <a:p>
                      <a:pPr marL="0" marR="0" lvl="0" indent="0" algn="ctr" defTabSz="887413" rtl="0" eaLnBrk="0" fontAlgn="base" latinLnBrk="0" hangingPunct="0">
                        <a:lnSpc>
                          <a:spcPct val="100000"/>
                        </a:lnSpc>
                        <a:spcBef>
                          <a:spcPct val="20000"/>
                        </a:spcBef>
                        <a:spcAft>
                          <a:spcPct val="0"/>
                        </a:spcAft>
                        <a:buClr>
                          <a:srgbClr val="A50021"/>
                        </a:buClr>
                        <a:buSzPct val="75000"/>
                        <a:buFont typeface="Monotype Sorts" pitchFamily="2" charset="2"/>
                        <a:buNone/>
                        <a:tabLst/>
                      </a:pPr>
                      <a:r>
                        <a:rPr kumimoji="1" lang="en-US" altLang="en-US" sz="2000" b="1" i="0" u="none" strike="noStrike" cap="none" normalizeH="0" baseline="0">
                          <a:ln>
                            <a:noFill/>
                          </a:ln>
                          <a:solidFill>
                            <a:schemeClr val="tx1"/>
                          </a:solidFill>
                          <a:effectLst/>
                          <a:latin typeface="Times New Roman" panose="02020603050405020304" pitchFamily="18" charset="0"/>
                        </a:rPr>
                        <a:t>7</a:t>
                      </a:r>
                    </a:p>
                  </a:txBody>
                  <a:tcPr marT="45669" marB="456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defTabSz="887413">
                        <a:spcBef>
                          <a:spcPct val="20000"/>
                        </a:spcBef>
                        <a:buClr>
                          <a:srgbClr val="A50021"/>
                        </a:buClr>
                        <a:buSzPct val="75000"/>
                        <a:buFont typeface="Monotype Sorts" pitchFamily="2" charset="2"/>
                        <a:defRPr kumimoji="1" sz="2000" b="1">
                          <a:solidFill>
                            <a:srgbClr val="FFFF99"/>
                          </a:solidFill>
                          <a:effectLst>
                            <a:outerShdw blurRad="38100" dist="38100" dir="2700000" algn="tl">
                              <a:srgbClr val="000000"/>
                            </a:outerShdw>
                          </a:effectLst>
                          <a:latin typeface="Times New Roman" panose="02020603050405020304" pitchFamily="18" charset="0"/>
                        </a:defRPr>
                      </a:lvl1pPr>
                      <a:lvl2pPr marL="336550" algn="l" defTabSz="887413">
                        <a:spcBef>
                          <a:spcPct val="20000"/>
                        </a:spcBef>
                        <a:buClr>
                          <a:srgbClr val="A50021"/>
                        </a:buClr>
                        <a:defRPr kumimoji="1" b="1">
                          <a:solidFill>
                            <a:srgbClr val="FFFF99"/>
                          </a:solidFill>
                          <a:effectLst>
                            <a:outerShdw blurRad="38100" dist="38100" dir="2700000" algn="tl">
                              <a:srgbClr val="000000"/>
                            </a:outerShdw>
                          </a:effectLst>
                          <a:latin typeface="Times New Roman" panose="02020603050405020304" pitchFamily="18" charset="0"/>
                        </a:defRPr>
                      </a:lvl2pPr>
                      <a:lvl3pPr marL="682625" algn="l" defTabSz="887413">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3pPr>
                      <a:lvl4pPr marL="1328738" algn="l" defTabSz="887413">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4pPr>
                      <a:lvl5pPr marL="1771650" algn="l" defTabSz="887413">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5pPr>
                      <a:lvl6pPr marL="2228850" defTabSz="887413"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6pPr>
                      <a:lvl7pPr marL="2686050" defTabSz="887413"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7pPr>
                      <a:lvl8pPr marL="3143250" defTabSz="887413"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8pPr>
                      <a:lvl9pPr marL="3600450" defTabSz="887413"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9pPr>
                    </a:lstStyle>
                    <a:p>
                      <a:pPr marL="0" marR="0" lvl="0" indent="0" algn="ctr" defTabSz="887413" rtl="0" eaLnBrk="0" fontAlgn="base" latinLnBrk="0" hangingPunct="0">
                        <a:lnSpc>
                          <a:spcPct val="100000"/>
                        </a:lnSpc>
                        <a:spcBef>
                          <a:spcPct val="20000"/>
                        </a:spcBef>
                        <a:spcAft>
                          <a:spcPct val="0"/>
                        </a:spcAft>
                        <a:buClr>
                          <a:srgbClr val="A50021"/>
                        </a:buClr>
                        <a:buSzPct val="75000"/>
                        <a:buFont typeface="Monotype Sorts" pitchFamily="2" charset="2"/>
                        <a:buNone/>
                        <a:tabLst/>
                      </a:pPr>
                      <a:r>
                        <a:rPr kumimoji="1" lang="en-US" altLang="en-US" sz="2000" b="1" i="0" u="none" strike="noStrike" cap="none" normalizeH="0" baseline="0">
                          <a:ln>
                            <a:noFill/>
                          </a:ln>
                          <a:solidFill>
                            <a:schemeClr val="tx1"/>
                          </a:solidFill>
                          <a:effectLst/>
                          <a:latin typeface="Times New Roman" panose="02020603050405020304" pitchFamily="18" charset="0"/>
                        </a:rPr>
                        <a:t>11</a:t>
                      </a:r>
                    </a:p>
                  </a:txBody>
                  <a:tcPr marT="45669" marB="456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defTabSz="887413">
                        <a:spcBef>
                          <a:spcPct val="20000"/>
                        </a:spcBef>
                        <a:buClr>
                          <a:srgbClr val="A50021"/>
                        </a:buClr>
                        <a:buSzPct val="75000"/>
                        <a:buFont typeface="Monotype Sorts" pitchFamily="2" charset="2"/>
                        <a:defRPr kumimoji="1" sz="2000" b="1">
                          <a:solidFill>
                            <a:srgbClr val="FFFF99"/>
                          </a:solidFill>
                          <a:effectLst>
                            <a:outerShdw blurRad="38100" dist="38100" dir="2700000" algn="tl">
                              <a:srgbClr val="000000"/>
                            </a:outerShdw>
                          </a:effectLst>
                          <a:latin typeface="Times New Roman" panose="02020603050405020304" pitchFamily="18" charset="0"/>
                        </a:defRPr>
                      </a:lvl1pPr>
                      <a:lvl2pPr marL="336550" algn="l" defTabSz="887413">
                        <a:spcBef>
                          <a:spcPct val="20000"/>
                        </a:spcBef>
                        <a:buClr>
                          <a:srgbClr val="A50021"/>
                        </a:buClr>
                        <a:defRPr kumimoji="1" b="1">
                          <a:solidFill>
                            <a:srgbClr val="FFFF99"/>
                          </a:solidFill>
                          <a:effectLst>
                            <a:outerShdw blurRad="38100" dist="38100" dir="2700000" algn="tl">
                              <a:srgbClr val="000000"/>
                            </a:outerShdw>
                          </a:effectLst>
                          <a:latin typeface="Times New Roman" panose="02020603050405020304" pitchFamily="18" charset="0"/>
                        </a:defRPr>
                      </a:lvl2pPr>
                      <a:lvl3pPr marL="682625" algn="l" defTabSz="887413">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3pPr>
                      <a:lvl4pPr marL="1328738" algn="l" defTabSz="887413">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4pPr>
                      <a:lvl5pPr marL="1771650" algn="l" defTabSz="887413">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5pPr>
                      <a:lvl6pPr marL="2228850" defTabSz="887413"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6pPr>
                      <a:lvl7pPr marL="2686050" defTabSz="887413"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7pPr>
                      <a:lvl8pPr marL="3143250" defTabSz="887413"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8pPr>
                      <a:lvl9pPr marL="3600450" defTabSz="887413"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9pPr>
                    </a:lstStyle>
                    <a:p>
                      <a:pPr marL="0" marR="0" lvl="0" indent="0" algn="ctr" defTabSz="887413" rtl="0" eaLnBrk="0" fontAlgn="base" latinLnBrk="0" hangingPunct="0">
                        <a:lnSpc>
                          <a:spcPct val="100000"/>
                        </a:lnSpc>
                        <a:spcBef>
                          <a:spcPct val="20000"/>
                        </a:spcBef>
                        <a:spcAft>
                          <a:spcPct val="0"/>
                        </a:spcAft>
                        <a:buClr>
                          <a:srgbClr val="A50021"/>
                        </a:buClr>
                        <a:buSzPct val="75000"/>
                        <a:buFont typeface="Monotype Sorts" pitchFamily="2" charset="2"/>
                        <a:buNone/>
                        <a:tabLst/>
                      </a:pPr>
                      <a:r>
                        <a:rPr kumimoji="1" lang="en-US" altLang="en-US" sz="2000" b="1" i="0" u="none" strike="noStrike" cap="none" normalizeH="0" baseline="0">
                          <a:ln>
                            <a:noFill/>
                          </a:ln>
                          <a:solidFill>
                            <a:schemeClr val="tx1"/>
                          </a:solidFill>
                          <a:effectLst/>
                          <a:latin typeface="Times New Roman" panose="02020603050405020304" pitchFamily="18" charset="0"/>
                        </a:rPr>
                        <a:t>11</a:t>
                      </a:r>
                    </a:p>
                  </a:txBody>
                  <a:tcPr marT="45669" marB="4566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defTabSz="887413">
                        <a:spcBef>
                          <a:spcPct val="20000"/>
                        </a:spcBef>
                        <a:buClr>
                          <a:srgbClr val="A50021"/>
                        </a:buClr>
                        <a:buSzPct val="75000"/>
                        <a:buFont typeface="Monotype Sorts" pitchFamily="2" charset="2"/>
                        <a:defRPr kumimoji="1" sz="2000" b="1">
                          <a:solidFill>
                            <a:srgbClr val="FFFF99"/>
                          </a:solidFill>
                          <a:effectLst>
                            <a:outerShdw blurRad="38100" dist="38100" dir="2700000" algn="tl">
                              <a:srgbClr val="000000"/>
                            </a:outerShdw>
                          </a:effectLst>
                          <a:latin typeface="Times New Roman" panose="02020603050405020304" pitchFamily="18" charset="0"/>
                        </a:defRPr>
                      </a:lvl1pPr>
                      <a:lvl2pPr marL="336550" algn="l" defTabSz="887413">
                        <a:spcBef>
                          <a:spcPct val="20000"/>
                        </a:spcBef>
                        <a:buClr>
                          <a:srgbClr val="A50021"/>
                        </a:buClr>
                        <a:defRPr kumimoji="1" b="1">
                          <a:solidFill>
                            <a:srgbClr val="FFFF99"/>
                          </a:solidFill>
                          <a:effectLst>
                            <a:outerShdw blurRad="38100" dist="38100" dir="2700000" algn="tl">
                              <a:srgbClr val="000000"/>
                            </a:outerShdw>
                          </a:effectLst>
                          <a:latin typeface="Times New Roman" panose="02020603050405020304" pitchFamily="18" charset="0"/>
                        </a:defRPr>
                      </a:lvl2pPr>
                      <a:lvl3pPr marL="682625" algn="l" defTabSz="887413">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3pPr>
                      <a:lvl4pPr marL="1328738" algn="l" defTabSz="887413">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4pPr>
                      <a:lvl5pPr marL="1771650" algn="l" defTabSz="887413">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5pPr>
                      <a:lvl6pPr marL="2228850" defTabSz="887413"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6pPr>
                      <a:lvl7pPr marL="2686050" defTabSz="887413"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7pPr>
                      <a:lvl8pPr marL="3143250" defTabSz="887413"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8pPr>
                      <a:lvl9pPr marL="3600450" defTabSz="887413"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9pPr>
                    </a:lstStyle>
                    <a:p>
                      <a:pPr marL="0" marR="0" lvl="0" indent="0" algn="ctr" defTabSz="887413" rtl="0" eaLnBrk="0" fontAlgn="base" latinLnBrk="0" hangingPunct="0">
                        <a:lnSpc>
                          <a:spcPct val="100000"/>
                        </a:lnSpc>
                        <a:spcBef>
                          <a:spcPct val="20000"/>
                        </a:spcBef>
                        <a:spcAft>
                          <a:spcPct val="0"/>
                        </a:spcAft>
                        <a:buClr>
                          <a:srgbClr val="A50021"/>
                        </a:buClr>
                        <a:buSzPct val="75000"/>
                        <a:buFont typeface="Monotype Sorts" pitchFamily="2" charset="2"/>
                        <a:buNone/>
                        <a:tabLst/>
                      </a:pPr>
                      <a:r>
                        <a:rPr kumimoji="1" lang="en-US" altLang="en-US" sz="2000" b="1" i="0" u="none" strike="noStrike" cap="none" normalizeH="0" baseline="0" dirty="0">
                          <a:ln>
                            <a:noFill/>
                          </a:ln>
                          <a:solidFill>
                            <a:schemeClr val="tx1"/>
                          </a:solidFill>
                          <a:effectLst/>
                          <a:latin typeface="Times New Roman" panose="02020603050405020304" pitchFamily="18" charset="0"/>
                        </a:rPr>
                        <a:t>12</a:t>
                      </a:r>
                    </a:p>
                  </a:txBody>
                  <a:tcPr marT="45669" marB="4566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aphicFrame>
        <p:nvGraphicFramePr>
          <p:cNvPr id="7" name="Group 36">
            <a:extLst>
              <a:ext uri="{FF2B5EF4-FFF2-40B4-BE49-F238E27FC236}">
                <a16:creationId xmlns:a16="http://schemas.microsoft.com/office/drawing/2014/main" id="{01431F5D-CD84-C11F-019F-A4EC7D1BDF0F}"/>
              </a:ext>
            </a:extLst>
          </p:cNvPr>
          <p:cNvGraphicFramePr>
            <a:graphicFrameLocks noGrp="1"/>
          </p:cNvGraphicFramePr>
          <p:nvPr>
            <p:extLst>
              <p:ext uri="{D42A27DB-BD31-4B8C-83A1-F6EECF244321}">
                <p14:modId xmlns:p14="http://schemas.microsoft.com/office/powerpoint/2010/main" val="126973896"/>
              </p:ext>
            </p:extLst>
          </p:nvPr>
        </p:nvGraphicFramePr>
        <p:xfrm>
          <a:off x="1066800" y="4953000"/>
          <a:ext cx="8305800" cy="396875"/>
        </p:xfrm>
        <a:graphic>
          <a:graphicData uri="http://schemas.openxmlformats.org/drawingml/2006/table">
            <a:tbl>
              <a:tblPr/>
              <a:tblGrid>
                <a:gridCol w="665163">
                  <a:extLst>
                    <a:ext uri="{9D8B030D-6E8A-4147-A177-3AD203B41FA5}">
                      <a16:colId xmlns:a16="http://schemas.microsoft.com/office/drawing/2014/main" val="20000"/>
                    </a:ext>
                  </a:extLst>
                </a:gridCol>
                <a:gridCol w="582612">
                  <a:extLst>
                    <a:ext uri="{9D8B030D-6E8A-4147-A177-3AD203B41FA5}">
                      <a16:colId xmlns:a16="http://schemas.microsoft.com/office/drawing/2014/main" val="20001"/>
                    </a:ext>
                  </a:extLst>
                </a:gridCol>
                <a:gridCol w="655638">
                  <a:extLst>
                    <a:ext uri="{9D8B030D-6E8A-4147-A177-3AD203B41FA5}">
                      <a16:colId xmlns:a16="http://schemas.microsoft.com/office/drawing/2014/main" val="20002"/>
                    </a:ext>
                  </a:extLst>
                </a:gridCol>
                <a:gridCol w="582612">
                  <a:extLst>
                    <a:ext uri="{9D8B030D-6E8A-4147-A177-3AD203B41FA5}">
                      <a16:colId xmlns:a16="http://schemas.microsoft.com/office/drawing/2014/main" val="20003"/>
                    </a:ext>
                  </a:extLst>
                </a:gridCol>
                <a:gridCol w="509588">
                  <a:extLst>
                    <a:ext uri="{9D8B030D-6E8A-4147-A177-3AD203B41FA5}">
                      <a16:colId xmlns:a16="http://schemas.microsoft.com/office/drawing/2014/main" val="20004"/>
                    </a:ext>
                  </a:extLst>
                </a:gridCol>
                <a:gridCol w="509587">
                  <a:extLst>
                    <a:ext uri="{9D8B030D-6E8A-4147-A177-3AD203B41FA5}">
                      <a16:colId xmlns:a16="http://schemas.microsoft.com/office/drawing/2014/main" val="20005"/>
                    </a:ext>
                  </a:extLst>
                </a:gridCol>
                <a:gridCol w="655638">
                  <a:extLst>
                    <a:ext uri="{9D8B030D-6E8A-4147-A177-3AD203B41FA5}">
                      <a16:colId xmlns:a16="http://schemas.microsoft.com/office/drawing/2014/main" val="20006"/>
                    </a:ext>
                  </a:extLst>
                </a:gridCol>
                <a:gridCol w="874712">
                  <a:extLst>
                    <a:ext uri="{9D8B030D-6E8A-4147-A177-3AD203B41FA5}">
                      <a16:colId xmlns:a16="http://schemas.microsoft.com/office/drawing/2014/main" val="20007"/>
                    </a:ext>
                  </a:extLst>
                </a:gridCol>
                <a:gridCol w="363538">
                  <a:extLst>
                    <a:ext uri="{9D8B030D-6E8A-4147-A177-3AD203B41FA5}">
                      <a16:colId xmlns:a16="http://schemas.microsoft.com/office/drawing/2014/main" val="20008"/>
                    </a:ext>
                  </a:extLst>
                </a:gridCol>
                <a:gridCol w="801687">
                  <a:extLst>
                    <a:ext uri="{9D8B030D-6E8A-4147-A177-3AD203B41FA5}">
                      <a16:colId xmlns:a16="http://schemas.microsoft.com/office/drawing/2014/main" val="20009"/>
                    </a:ext>
                  </a:extLst>
                </a:gridCol>
                <a:gridCol w="509588">
                  <a:extLst>
                    <a:ext uri="{9D8B030D-6E8A-4147-A177-3AD203B41FA5}">
                      <a16:colId xmlns:a16="http://schemas.microsoft.com/office/drawing/2014/main" val="20010"/>
                    </a:ext>
                  </a:extLst>
                </a:gridCol>
                <a:gridCol w="728662">
                  <a:extLst>
                    <a:ext uri="{9D8B030D-6E8A-4147-A177-3AD203B41FA5}">
                      <a16:colId xmlns:a16="http://schemas.microsoft.com/office/drawing/2014/main" val="20011"/>
                    </a:ext>
                  </a:extLst>
                </a:gridCol>
                <a:gridCol w="866775">
                  <a:extLst>
                    <a:ext uri="{9D8B030D-6E8A-4147-A177-3AD203B41FA5}">
                      <a16:colId xmlns:a16="http://schemas.microsoft.com/office/drawing/2014/main" val="20012"/>
                    </a:ext>
                  </a:extLst>
                </a:gridCol>
              </a:tblGrid>
              <a:tr h="396875">
                <a:tc>
                  <a:txBody>
                    <a:bodyPr/>
                    <a:lstStyle>
                      <a:lvl1pPr algn="l" defTabSz="887413">
                        <a:spcBef>
                          <a:spcPct val="20000"/>
                        </a:spcBef>
                        <a:buClr>
                          <a:srgbClr val="A50021"/>
                        </a:buClr>
                        <a:buSzPct val="75000"/>
                        <a:buFont typeface="Monotype Sorts" pitchFamily="2" charset="2"/>
                        <a:defRPr kumimoji="1" sz="2000" b="1">
                          <a:solidFill>
                            <a:srgbClr val="FFFF99"/>
                          </a:solidFill>
                          <a:effectLst>
                            <a:outerShdw blurRad="38100" dist="38100" dir="2700000" algn="tl">
                              <a:srgbClr val="000000"/>
                            </a:outerShdw>
                          </a:effectLst>
                          <a:latin typeface="Times New Roman" panose="02020603050405020304" pitchFamily="18" charset="0"/>
                        </a:defRPr>
                      </a:lvl1pPr>
                      <a:lvl2pPr marL="336550" algn="l" defTabSz="887413">
                        <a:spcBef>
                          <a:spcPct val="20000"/>
                        </a:spcBef>
                        <a:buClr>
                          <a:srgbClr val="A50021"/>
                        </a:buClr>
                        <a:defRPr kumimoji="1" b="1">
                          <a:solidFill>
                            <a:srgbClr val="FFFF99"/>
                          </a:solidFill>
                          <a:effectLst>
                            <a:outerShdw blurRad="38100" dist="38100" dir="2700000" algn="tl">
                              <a:srgbClr val="000000"/>
                            </a:outerShdw>
                          </a:effectLst>
                          <a:latin typeface="Times New Roman" panose="02020603050405020304" pitchFamily="18" charset="0"/>
                        </a:defRPr>
                      </a:lvl2pPr>
                      <a:lvl3pPr marL="682625" algn="l" defTabSz="887413">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3pPr>
                      <a:lvl4pPr marL="1328738" algn="l" defTabSz="887413">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4pPr>
                      <a:lvl5pPr marL="1771650" algn="l" defTabSz="887413">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5pPr>
                      <a:lvl6pPr marL="2228850" defTabSz="887413"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6pPr>
                      <a:lvl7pPr marL="2686050" defTabSz="887413"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7pPr>
                      <a:lvl8pPr marL="3143250" defTabSz="887413"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8pPr>
                      <a:lvl9pPr marL="3600450" defTabSz="887413"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9pPr>
                    </a:lstStyle>
                    <a:p>
                      <a:pPr marL="0" marR="0" lvl="0" indent="0" algn="l" defTabSz="887413" rtl="0" eaLnBrk="0" fontAlgn="base" latinLnBrk="0" hangingPunct="0">
                        <a:lnSpc>
                          <a:spcPct val="100000"/>
                        </a:lnSpc>
                        <a:spcBef>
                          <a:spcPct val="20000"/>
                        </a:spcBef>
                        <a:spcAft>
                          <a:spcPct val="0"/>
                        </a:spcAft>
                        <a:buClr>
                          <a:srgbClr val="A50021"/>
                        </a:buClr>
                        <a:buSzPct val="75000"/>
                        <a:buFont typeface="Monotype Sorts" pitchFamily="2" charset="2"/>
                        <a:buNone/>
                        <a:tabLst/>
                      </a:pPr>
                      <a:endParaRPr kumimoji="1" lang="en-US" altLang="en-US" sz="2000" b="1" i="0" u="none" strike="noStrike" cap="none" normalizeH="0" baseline="0">
                        <a:ln>
                          <a:noFill/>
                        </a:ln>
                        <a:solidFill>
                          <a:srgbClr val="FFFF99"/>
                        </a:solidFill>
                        <a:effectLst>
                          <a:outerShdw blurRad="38100" dist="38100" dir="2700000" algn="tl">
                            <a:srgbClr val="000000"/>
                          </a:outerShdw>
                        </a:effectLst>
                        <a:latin typeface="Times New Roman" panose="02020603050405020304" pitchFamily="18" charset="0"/>
                      </a:endParaRPr>
                    </a:p>
                  </a:txBody>
                  <a:tcPr marT="45793" marB="4579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defTabSz="887413">
                        <a:spcBef>
                          <a:spcPct val="20000"/>
                        </a:spcBef>
                        <a:buClr>
                          <a:srgbClr val="A50021"/>
                        </a:buClr>
                        <a:buSzPct val="75000"/>
                        <a:buFont typeface="Monotype Sorts" pitchFamily="2" charset="2"/>
                        <a:defRPr kumimoji="1" sz="2000" b="1">
                          <a:solidFill>
                            <a:srgbClr val="FFFF99"/>
                          </a:solidFill>
                          <a:effectLst>
                            <a:outerShdw blurRad="38100" dist="38100" dir="2700000" algn="tl">
                              <a:srgbClr val="000000"/>
                            </a:outerShdw>
                          </a:effectLst>
                          <a:latin typeface="Times New Roman" panose="02020603050405020304" pitchFamily="18" charset="0"/>
                        </a:defRPr>
                      </a:lvl1pPr>
                      <a:lvl2pPr marL="336550" algn="l" defTabSz="887413">
                        <a:spcBef>
                          <a:spcPct val="20000"/>
                        </a:spcBef>
                        <a:buClr>
                          <a:srgbClr val="A50021"/>
                        </a:buClr>
                        <a:defRPr kumimoji="1" b="1">
                          <a:solidFill>
                            <a:srgbClr val="FFFF99"/>
                          </a:solidFill>
                          <a:effectLst>
                            <a:outerShdw blurRad="38100" dist="38100" dir="2700000" algn="tl">
                              <a:srgbClr val="000000"/>
                            </a:outerShdw>
                          </a:effectLst>
                          <a:latin typeface="Times New Roman" panose="02020603050405020304" pitchFamily="18" charset="0"/>
                        </a:defRPr>
                      </a:lvl2pPr>
                      <a:lvl3pPr marL="682625" algn="l" defTabSz="887413">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3pPr>
                      <a:lvl4pPr marL="1328738" algn="l" defTabSz="887413">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4pPr>
                      <a:lvl5pPr marL="1771650" algn="l" defTabSz="887413">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5pPr>
                      <a:lvl6pPr marL="2228850" defTabSz="887413"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6pPr>
                      <a:lvl7pPr marL="2686050" defTabSz="887413"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7pPr>
                      <a:lvl8pPr marL="3143250" defTabSz="887413"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8pPr>
                      <a:lvl9pPr marL="3600450" defTabSz="887413"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9pPr>
                    </a:lstStyle>
                    <a:p>
                      <a:pPr marL="0" marR="0" lvl="0" indent="0" algn="l" defTabSz="887413" rtl="0" eaLnBrk="0" fontAlgn="base" latinLnBrk="0" hangingPunct="0">
                        <a:lnSpc>
                          <a:spcPct val="100000"/>
                        </a:lnSpc>
                        <a:spcBef>
                          <a:spcPct val="20000"/>
                        </a:spcBef>
                        <a:spcAft>
                          <a:spcPct val="0"/>
                        </a:spcAft>
                        <a:buClr>
                          <a:srgbClr val="A50021"/>
                        </a:buClr>
                        <a:buSzPct val="75000"/>
                        <a:buFont typeface="Monotype Sorts" pitchFamily="2" charset="2"/>
                        <a:buNone/>
                        <a:tabLst/>
                      </a:pPr>
                      <a:endParaRPr kumimoji="1" lang="en-US" altLang="en-US" sz="2000" b="1" i="0" u="none" strike="noStrike" cap="none" normalizeH="0" baseline="0">
                        <a:ln>
                          <a:noFill/>
                        </a:ln>
                        <a:solidFill>
                          <a:srgbClr val="FFFF99"/>
                        </a:solidFill>
                        <a:effectLst>
                          <a:outerShdw blurRad="38100" dist="38100" dir="2700000" algn="tl">
                            <a:srgbClr val="000000"/>
                          </a:outerShdw>
                        </a:effectLst>
                        <a:latin typeface="Times New Roman" panose="02020603050405020304" pitchFamily="18" charset="0"/>
                      </a:endParaRPr>
                    </a:p>
                  </a:txBody>
                  <a:tcPr marT="45793" marB="45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defTabSz="887413">
                        <a:spcBef>
                          <a:spcPct val="20000"/>
                        </a:spcBef>
                        <a:buClr>
                          <a:srgbClr val="A50021"/>
                        </a:buClr>
                        <a:buSzPct val="75000"/>
                        <a:buFont typeface="Monotype Sorts" pitchFamily="2" charset="2"/>
                        <a:defRPr kumimoji="1" sz="2000" b="1">
                          <a:solidFill>
                            <a:srgbClr val="FFFF99"/>
                          </a:solidFill>
                          <a:effectLst>
                            <a:outerShdw blurRad="38100" dist="38100" dir="2700000" algn="tl">
                              <a:srgbClr val="000000"/>
                            </a:outerShdw>
                          </a:effectLst>
                          <a:latin typeface="Times New Roman" panose="02020603050405020304" pitchFamily="18" charset="0"/>
                        </a:defRPr>
                      </a:lvl1pPr>
                      <a:lvl2pPr marL="336550" algn="l" defTabSz="887413">
                        <a:spcBef>
                          <a:spcPct val="20000"/>
                        </a:spcBef>
                        <a:buClr>
                          <a:srgbClr val="A50021"/>
                        </a:buClr>
                        <a:defRPr kumimoji="1" b="1">
                          <a:solidFill>
                            <a:srgbClr val="FFFF99"/>
                          </a:solidFill>
                          <a:effectLst>
                            <a:outerShdw blurRad="38100" dist="38100" dir="2700000" algn="tl">
                              <a:srgbClr val="000000"/>
                            </a:outerShdw>
                          </a:effectLst>
                          <a:latin typeface="Times New Roman" panose="02020603050405020304" pitchFamily="18" charset="0"/>
                        </a:defRPr>
                      </a:lvl2pPr>
                      <a:lvl3pPr marL="682625" algn="l" defTabSz="887413">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3pPr>
                      <a:lvl4pPr marL="1328738" algn="l" defTabSz="887413">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4pPr>
                      <a:lvl5pPr marL="1771650" algn="l" defTabSz="887413">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5pPr>
                      <a:lvl6pPr marL="2228850" defTabSz="887413"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6pPr>
                      <a:lvl7pPr marL="2686050" defTabSz="887413"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7pPr>
                      <a:lvl8pPr marL="3143250" defTabSz="887413"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8pPr>
                      <a:lvl9pPr marL="3600450" defTabSz="887413"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9pPr>
                    </a:lstStyle>
                    <a:p>
                      <a:pPr marL="0" marR="0" lvl="0" indent="0" algn="l" defTabSz="887413" rtl="0" eaLnBrk="0" fontAlgn="base" latinLnBrk="0" hangingPunct="0">
                        <a:lnSpc>
                          <a:spcPct val="100000"/>
                        </a:lnSpc>
                        <a:spcBef>
                          <a:spcPct val="20000"/>
                        </a:spcBef>
                        <a:spcAft>
                          <a:spcPct val="0"/>
                        </a:spcAft>
                        <a:buClr>
                          <a:srgbClr val="A50021"/>
                        </a:buClr>
                        <a:buSzPct val="75000"/>
                        <a:buFont typeface="Monotype Sorts" pitchFamily="2" charset="2"/>
                        <a:buNone/>
                        <a:tabLst/>
                      </a:pPr>
                      <a:endParaRPr kumimoji="1" lang="en-US" altLang="en-US" sz="2000" b="1" i="0" u="none" strike="noStrike" cap="none" normalizeH="0" baseline="0">
                        <a:ln>
                          <a:noFill/>
                        </a:ln>
                        <a:solidFill>
                          <a:srgbClr val="FFFF99"/>
                        </a:solidFill>
                        <a:effectLst>
                          <a:outerShdw blurRad="38100" dist="38100" dir="2700000" algn="tl">
                            <a:srgbClr val="000000"/>
                          </a:outerShdw>
                        </a:effectLst>
                        <a:latin typeface="Times New Roman" panose="02020603050405020304" pitchFamily="18" charset="0"/>
                      </a:endParaRPr>
                    </a:p>
                  </a:txBody>
                  <a:tcPr marT="45793" marB="45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defTabSz="887413">
                        <a:spcBef>
                          <a:spcPct val="20000"/>
                        </a:spcBef>
                        <a:buClr>
                          <a:srgbClr val="A50021"/>
                        </a:buClr>
                        <a:buSzPct val="75000"/>
                        <a:buFont typeface="Monotype Sorts" pitchFamily="2" charset="2"/>
                        <a:defRPr kumimoji="1" sz="2000" b="1">
                          <a:solidFill>
                            <a:srgbClr val="FFFF99"/>
                          </a:solidFill>
                          <a:effectLst>
                            <a:outerShdw blurRad="38100" dist="38100" dir="2700000" algn="tl">
                              <a:srgbClr val="000000"/>
                            </a:outerShdw>
                          </a:effectLst>
                          <a:latin typeface="Times New Roman" panose="02020603050405020304" pitchFamily="18" charset="0"/>
                        </a:defRPr>
                      </a:lvl1pPr>
                      <a:lvl2pPr marL="336550" algn="l" defTabSz="887413">
                        <a:spcBef>
                          <a:spcPct val="20000"/>
                        </a:spcBef>
                        <a:buClr>
                          <a:srgbClr val="A50021"/>
                        </a:buClr>
                        <a:defRPr kumimoji="1" b="1">
                          <a:solidFill>
                            <a:srgbClr val="FFFF99"/>
                          </a:solidFill>
                          <a:effectLst>
                            <a:outerShdw blurRad="38100" dist="38100" dir="2700000" algn="tl">
                              <a:srgbClr val="000000"/>
                            </a:outerShdw>
                          </a:effectLst>
                          <a:latin typeface="Times New Roman" panose="02020603050405020304" pitchFamily="18" charset="0"/>
                        </a:defRPr>
                      </a:lvl2pPr>
                      <a:lvl3pPr marL="682625" algn="l" defTabSz="887413">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3pPr>
                      <a:lvl4pPr marL="1328738" algn="l" defTabSz="887413">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4pPr>
                      <a:lvl5pPr marL="1771650" algn="l" defTabSz="887413">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5pPr>
                      <a:lvl6pPr marL="2228850" defTabSz="887413"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6pPr>
                      <a:lvl7pPr marL="2686050" defTabSz="887413"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7pPr>
                      <a:lvl8pPr marL="3143250" defTabSz="887413"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8pPr>
                      <a:lvl9pPr marL="3600450" defTabSz="887413"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9pPr>
                    </a:lstStyle>
                    <a:p>
                      <a:pPr marL="0" marR="0" lvl="0" indent="0" algn="l" defTabSz="887413" rtl="0" eaLnBrk="0" fontAlgn="base" latinLnBrk="0" hangingPunct="0">
                        <a:lnSpc>
                          <a:spcPct val="100000"/>
                        </a:lnSpc>
                        <a:spcBef>
                          <a:spcPct val="20000"/>
                        </a:spcBef>
                        <a:spcAft>
                          <a:spcPct val="0"/>
                        </a:spcAft>
                        <a:buClr>
                          <a:srgbClr val="A50021"/>
                        </a:buClr>
                        <a:buSzPct val="75000"/>
                        <a:buFont typeface="Monotype Sorts" pitchFamily="2" charset="2"/>
                        <a:buNone/>
                        <a:tabLst/>
                      </a:pPr>
                      <a:endParaRPr kumimoji="1" lang="en-US" altLang="en-US" sz="2000" b="1" i="0" u="none" strike="noStrike" cap="none" normalizeH="0" baseline="0">
                        <a:ln>
                          <a:noFill/>
                        </a:ln>
                        <a:solidFill>
                          <a:srgbClr val="FFFF99"/>
                        </a:solidFill>
                        <a:effectLst>
                          <a:outerShdw blurRad="38100" dist="38100" dir="2700000" algn="tl">
                            <a:srgbClr val="000000"/>
                          </a:outerShdw>
                        </a:effectLst>
                        <a:latin typeface="Times New Roman" panose="02020603050405020304" pitchFamily="18" charset="0"/>
                      </a:endParaRPr>
                    </a:p>
                  </a:txBody>
                  <a:tcPr marT="45793" marB="45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defTabSz="887413">
                        <a:spcBef>
                          <a:spcPct val="20000"/>
                        </a:spcBef>
                        <a:buClr>
                          <a:srgbClr val="A50021"/>
                        </a:buClr>
                        <a:buSzPct val="75000"/>
                        <a:buFont typeface="Monotype Sorts" pitchFamily="2" charset="2"/>
                        <a:defRPr kumimoji="1" sz="2000" b="1">
                          <a:solidFill>
                            <a:srgbClr val="FFFF99"/>
                          </a:solidFill>
                          <a:effectLst>
                            <a:outerShdw blurRad="38100" dist="38100" dir="2700000" algn="tl">
                              <a:srgbClr val="000000"/>
                            </a:outerShdw>
                          </a:effectLst>
                          <a:latin typeface="Times New Roman" panose="02020603050405020304" pitchFamily="18" charset="0"/>
                        </a:defRPr>
                      </a:lvl1pPr>
                      <a:lvl2pPr marL="336550" algn="l" defTabSz="887413">
                        <a:spcBef>
                          <a:spcPct val="20000"/>
                        </a:spcBef>
                        <a:buClr>
                          <a:srgbClr val="A50021"/>
                        </a:buClr>
                        <a:defRPr kumimoji="1" b="1">
                          <a:solidFill>
                            <a:srgbClr val="FFFF99"/>
                          </a:solidFill>
                          <a:effectLst>
                            <a:outerShdw blurRad="38100" dist="38100" dir="2700000" algn="tl">
                              <a:srgbClr val="000000"/>
                            </a:outerShdw>
                          </a:effectLst>
                          <a:latin typeface="Times New Roman" panose="02020603050405020304" pitchFamily="18" charset="0"/>
                        </a:defRPr>
                      </a:lvl2pPr>
                      <a:lvl3pPr marL="682625" algn="l" defTabSz="887413">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3pPr>
                      <a:lvl4pPr marL="1328738" algn="l" defTabSz="887413">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4pPr>
                      <a:lvl5pPr marL="1771650" algn="l" defTabSz="887413">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5pPr>
                      <a:lvl6pPr marL="2228850" defTabSz="887413"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6pPr>
                      <a:lvl7pPr marL="2686050" defTabSz="887413"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7pPr>
                      <a:lvl8pPr marL="3143250" defTabSz="887413"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8pPr>
                      <a:lvl9pPr marL="3600450" defTabSz="887413"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9pPr>
                    </a:lstStyle>
                    <a:p>
                      <a:pPr marL="0" marR="0" lvl="0" indent="0" algn="l" defTabSz="887413" rtl="0" eaLnBrk="0" fontAlgn="base" latinLnBrk="0" hangingPunct="0">
                        <a:lnSpc>
                          <a:spcPct val="100000"/>
                        </a:lnSpc>
                        <a:spcBef>
                          <a:spcPct val="20000"/>
                        </a:spcBef>
                        <a:spcAft>
                          <a:spcPct val="0"/>
                        </a:spcAft>
                        <a:buClr>
                          <a:srgbClr val="A50021"/>
                        </a:buClr>
                        <a:buSzPct val="75000"/>
                        <a:buFont typeface="Monotype Sorts" pitchFamily="2" charset="2"/>
                        <a:buNone/>
                        <a:tabLst/>
                      </a:pPr>
                      <a:endParaRPr kumimoji="1" lang="en-US" altLang="en-US" sz="2000" b="1" i="0" u="none" strike="noStrike" cap="none" normalizeH="0" baseline="0">
                        <a:ln>
                          <a:noFill/>
                        </a:ln>
                        <a:solidFill>
                          <a:srgbClr val="FFFF99"/>
                        </a:solidFill>
                        <a:effectLst>
                          <a:outerShdw blurRad="38100" dist="38100" dir="2700000" algn="tl">
                            <a:srgbClr val="000000"/>
                          </a:outerShdw>
                        </a:effectLst>
                        <a:latin typeface="Times New Roman" panose="02020603050405020304" pitchFamily="18" charset="0"/>
                      </a:endParaRPr>
                    </a:p>
                  </a:txBody>
                  <a:tcPr marT="45793" marB="45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defTabSz="887413">
                        <a:spcBef>
                          <a:spcPct val="20000"/>
                        </a:spcBef>
                        <a:buClr>
                          <a:srgbClr val="A50021"/>
                        </a:buClr>
                        <a:buSzPct val="75000"/>
                        <a:buFont typeface="Monotype Sorts" pitchFamily="2" charset="2"/>
                        <a:defRPr kumimoji="1" sz="2000" b="1">
                          <a:solidFill>
                            <a:srgbClr val="FFFF99"/>
                          </a:solidFill>
                          <a:effectLst>
                            <a:outerShdw blurRad="38100" dist="38100" dir="2700000" algn="tl">
                              <a:srgbClr val="000000"/>
                            </a:outerShdw>
                          </a:effectLst>
                          <a:latin typeface="Times New Roman" panose="02020603050405020304" pitchFamily="18" charset="0"/>
                        </a:defRPr>
                      </a:lvl1pPr>
                      <a:lvl2pPr marL="336550" algn="l" defTabSz="887413">
                        <a:spcBef>
                          <a:spcPct val="20000"/>
                        </a:spcBef>
                        <a:buClr>
                          <a:srgbClr val="A50021"/>
                        </a:buClr>
                        <a:defRPr kumimoji="1" b="1">
                          <a:solidFill>
                            <a:srgbClr val="FFFF99"/>
                          </a:solidFill>
                          <a:effectLst>
                            <a:outerShdw blurRad="38100" dist="38100" dir="2700000" algn="tl">
                              <a:srgbClr val="000000"/>
                            </a:outerShdw>
                          </a:effectLst>
                          <a:latin typeface="Times New Roman" panose="02020603050405020304" pitchFamily="18" charset="0"/>
                        </a:defRPr>
                      </a:lvl2pPr>
                      <a:lvl3pPr marL="682625" algn="l" defTabSz="887413">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3pPr>
                      <a:lvl4pPr marL="1328738" algn="l" defTabSz="887413">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4pPr>
                      <a:lvl5pPr marL="1771650" algn="l" defTabSz="887413">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5pPr>
                      <a:lvl6pPr marL="2228850" defTabSz="887413"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6pPr>
                      <a:lvl7pPr marL="2686050" defTabSz="887413"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7pPr>
                      <a:lvl8pPr marL="3143250" defTabSz="887413"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8pPr>
                      <a:lvl9pPr marL="3600450" defTabSz="887413"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9pPr>
                    </a:lstStyle>
                    <a:p>
                      <a:pPr marL="0" marR="0" lvl="0" indent="0" algn="l" defTabSz="887413" rtl="0" eaLnBrk="0" fontAlgn="base" latinLnBrk="0" hangingPunct="0">
                        <a:lnSpc>
                          <a:spcPct val="100000"/>
                        </a:lnSpc>
                        <a:spcBef>
                          <a:spcPct val="20000"/>
                        </a:spcBef>
                        <a:spcAft>
                          <a:spcPct val="0"/>
                        </a:spcAft>
                        <a:buClr>
                          <a:srgbClr val="A50021"/>
                        </a:buClr>
                        <a:buSzPct val="75000"/>
                        <a:buFont typeface="Monotype Sorts" pitchFamily="2" charset="2"/>
                        <a:buNone/>
                        <a:tabLst/>
                      </a:pPr>
                      <a:endParaRPr kumimoji="1" lang="en-US" altLang="en-US" sz="2000" b="1" i="0" u="none" strike="noStrike" cap="none" normalizeH="0" baseline="0">
                        <a:ln>
                          <a:noFill/>
                        </a:ln>
                        <a:solidFill>
                          <a:srgbClr val="FFFF99"/>
                        </a:solidFill>
                        <a:effectLst>
                          <a:outerShdw blurRad="38100" dist="38100" dir="2700000" algn="tl">
                            <a:srgbClr val="000000"/>
                          </a:outerShdw>
                        </a:effectLst>
                        <a:latin typeface="Times New Roman" panose="02020603050405020304" pitchFamily="18" charset="0"/>
                      </a:endParaRPr>
                    </a:p>
                  </a:txBody>
                  <a:tcPr marT="45793" marB="45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defTabSz="887413">
                        <a:spcBef>
                          <a:spcPct val="20000"/>
                        </a:spcBef>
                        <a:buClr>
                          <a:srgbClr val="A50021"/>
                        </a:buClr>
                        <a:buSzPct val="75000"/>
                        <a:buFont typeface="Monotype Sorts" pitchFamily="2" charset="2"/>
                        <a:defRPr kumimoji="1" sz="2000" b="1">
                          <a:solidFill>
                            <a:srgbClr val="FFFF99"/>
                          </a:solidFill>
                          <a:effectLst>
                            <a:outerShdw blurRad="38100" dist="38100" dir="2700000" algn="tl">
                              <a:srgbClr val="000000"/>
                            </a:outerShdw>
                          </a:effectLst>
                          <a:latin typeface="Times New Roman" panose="02020603050405020304" pitchFamily="18" charset="0"/>
                        </a:defRPr>
                      </a:lvl1pPr>
                      <a:lvl2pPr marL="336550" algn="l" defTabSz="887413">
                        <a:spcBef>
                          <a:spcPct val="20000"/>
                        </a:spcBef>
                        <a:buClr>
                          <a:srgbClr val="A50021"/>
                        </a:buClr>
                        <a:defRPr kumimoji="1" b="1">
                          <a:solidFill>
                            <a:srgbClr val="FFFF99"/>
                          </a:solidFill>
                          <a:effectLst>
                            <a:outerShdw blurRad="38100" dist="38100" dir="2700000" algn="tl">
                              <a:srgbClr val="000000"/>
                            </a:outerShdw>
                          </a:effectLst>
                          <a:latin typeface="Times New Roman" panose="02020603050405020304" pitchFamily="18" charset="0"/>
                        </a:defRPr>
                      </a:lvl2pPr>
                      <a:lvl3pPr marL="682625" algn="l" defTabSz="887413">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3pPr>
                      <a:lvl4pPr marL="1328738" algn="l" defTabSz="887413">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4pPr>
                      <a:lvl5pPr marL="1771650" algn="l" defTabSz="887413">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5pPr>
                      <a:lvl6pPr marL="2228850" defTabSz="887413"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6pPr>
                      <a:lvl7pPr marL="2686050" defTabSz="887413"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7pPr>
                      <a:lvl8pPr marL="3143250" defTabSz="887413"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8pPr>
                      <a:lvl9pPr marL="3600450" defTabSz="887413"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9pPr>
                    </a:lstStyle>
                    <a:p>
                      <a:pPr marL="0" marR="0" lvl="0" indent="0" algn="l" defTabSz="887413" rtl="0" eaLnBrk="0" fontAlgn="base" latinLnBrk="0" hangingPunct="0">
                        <a:lnSpc>
                          <a:spcPct val="100000"/>
                        </a:lnSpc>
                        <a:spcBef>
                          <a:spcPct val="20000"/>
                        </a:spcBef>
                        <a:spcAft>
                          <a:spcPct val="0"/>
                        </a:spcAft>
                        <a:buClr>
                          <a:srgbClr val="A50021"/>
                        </a:buClr>
                        <a:buSzPct val="75000"/>
                        <a:buFont typeface="Monotype Sorts" pitchFamily="2" charset="2"/>
                        <a:buNone/>
                        <a:tabLst/>
                      </a:pPr>
                      <a:endParaRPr kumimoji="1" lang="en-US" altLang="en-US" sz="2000" b="1" i="0" u="none" strike="noStrike" cap="none" normalizeH="0" baseline="0">
                        <a:ln>
                          <a:noFill/>
                        </a:ln>
                        <a:solidFill>
                          <a:srgbClr val="FFFF99"/>
                        </a:solidFill>
                        <a:effectLst>
                          <a:outerShdw blurRad="38100" dist="38100" dir="2700000" algn="tl">
                            <a:srgbClr val="000000"/>
                          </a:outerShdw>
                        </a:effectLst>
                        <a:latin typeface="Times New Roman" panose="02020603050405020304" pitchFamily="18" charset="0"/>
                      </a:endParaRPr>
                    </a:p>
                  </a:txBody>
                  <a:tcPr marT="45793" marB="45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defTabSz="887413">
                        <a:spcBef>
                          <a:spcPct val="20000"/>
                        </a:spcBef>
                        <a:buClr>
                          <a:srgbClr val="A50021"/>
                        </a:buClr>
                        <a:buSzPct val="75000"/>
                        <a:buFont typeface="Monotype Sorts" pitchFamily="2" charset="2"/>
                        <a:defRPr kumimoji="1" sz="2000" b="1">
                          <a:solidFill>
                            <a:srgbClr val="FFFF99"/>
                          </a:solidFill>
                          <a:effectLst>
                            <a:outerShdw blurRad="38100" dist="38100" dir="2700000" algn="tl">
                              <a:srgbClr val="000000"/>
                            </a:outerShdw>
                          </a:effectLst>
                          <a:latin typeface="Times New Roman" panose="02020603050405020304" pitchFamily="18" charset="0"/>
                        </a:defRPr>
                      </a:lvl1pPr>
                      <a:lvl2pPr marL="336550" algn="l" defTabSz="887413">
                        <a:spcBef>
                          <a:spcPct val="20000"/>
                        </a:spcBef>
                        <a:buClr>
                          <a:srgbClr val="A50021"/>
                        </a:buClr>
                        <a:defRPr kumimoji="1" b="1">
                          <a:solidFill>
                            <a:srgbClr val="FFFF99"/>
                          </a:solidFill>
                          <a:effectLst>
                            <a:outerShdw blurRad="38100" dist="38100" dir="2700000" algn="tl">
                              <a:srgbClr val="000000"/>
                            </a:outerShdw>
                          </a:effectLst>
                          <a:latin typeface="Times New Roman" panose="02020603050405020304" pitchFamily="18" charset="0"/>
                        </a:defRPr>
                      </a:lvl2pPr>
                      <a:lvl3pPr marL="682625" algn="l" defTabSz="887413">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3pPr>
                      <a:lvl4pPr marL="1328738" algn="l" defTabSz="887413">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4pPr>
                      <a:lvl5pPr marL="1771650" algn="l" defTabSz="887413">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5pPr>
                      <a:lvl6pPr marL="2228850" defTabSz="887413"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6pPr>
                      <a:lvl7pPr marL="2686050" defTabSz="887413"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7pPr>
                      <a:lvl8pPr marL="3143250" defTabSz="887413"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8pPr>
                      <a:lvl9pPr marL="3600450" defTabSz="887413"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9pPr>
                    </a:lstStyle>
                    <a:p>
                      <a:pPr marL="0" marR="0" lvl="0" indent="0" algn="l" defTabSz="887413" rtl="0" eaLnBrk="0" fontAlgn="base" latinLnBrk="0" hangingPunct="0">
                        <a:lnSpc>
                          <a:spcPct val="100000"/>
                        </a:lnSpc>
                        <a:spcBef>
                          <a:spcPct val="20000"/>
                        </a:spcBef>
                        <a:spcAft>
                          <a:spcPct val="0"/>
                        </a:spcAft>
                        <a:buClr>
                          <a:srgbClr val="A50021"/>
                        </a:buClr>
                        <a:buSzPct val="75000"/>
                        <a:buFont typeface="Monotype Sorts" pitchFamily="2" charset="2"/>
                        <a:buNone/>
                        <a:tabLst/>
                      </a:pPr>
                      <a:endParaRPr kumimoji="1" lang="en-US" altLang="en-US" sz="2000" b="1" i="0" u="none" strike="noStrike" cap="none" normalizeH="0" baseline="0">
                        <a:ln>
                          <a:noFill/>
                        </a:ln>
                        <a:solidFill>
                          <a:srgbClr val="FFFF99"/>
                        </a:solidFill>
                        <a:effectLst>
                          <a:outerShdw blurRad="38100" dist="38100" dir="2700000" algn="tl">
                            <a:srgbClr val="000000"/>
                          </a:outerShdw>
                        </a:effectLst>
                        <a:latin typeface="Times New Roman" panose="02020603050405020304" pitchFamily="18" charset="0"/>
                      </a:endParaRPr>
                    </a:p>
                  </a:txBody>
                  <a:tcPr marT="45793" marB="45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defTabSz="887413">
                        <a:spcBef>
                          <a:spcPct val="20000"/>
                        </a:spcBef>
                        <a:buClr>
                          <a:srgbClr val="A50021"/>
                        </a:buClr>
                        <a:buSzPct val="75000"/>
                        <a:buFont typeface="Monotype Sorts" pitchFamily="2" charset="2"/>
                        <a:defRPr kumimoji="1" sz="2000" b="1">
                          <a:solidFill>
                            <a:srgbClr val="FFFF99"/>
                          </a:solidFill>
                          <a:effectLst>
                            <a:outerShdw blurRad="38100" dist="38100" dir="2700000" algn="tl">
                              <a:srgbClr val="000000"/>
                            </a:outerShdw>
                          </a:effectLst>
                          <a:latin typeface="Times New Roman" panose="02020603050405020304" pitchFamily="18" charset="0"/>
                        </a:defRPr>
                      </a:lvl1pPr>
                      <a:lvl2pPr marL="336550" algn="l" defTabSz="887413">
                        <a:spcBef>
                          <a:spcPct val="20000"/>
                        </a:spcBef>
                        <a:buClr>
                          <a:srgbClr val="A50021"/>
                        </a:buClr>
                        <a:defRPr kumimoji="1" b="1">
                          <a:solidFill>
                            <a:srgbClr val="FFFF99"/>
                          </a:solidFill>
                          <a:effectLst>
                            <a:outerShdw blurRad="38100" dist="38100" dir="2700000" algn="tl">
                              <a:srgbClr val="000000"/>
                            </a:outerShdw>
                          </a:effectLst>
                          <a:latin typeface="Times New Roman" panose="02020603050405020304" pitchFamily="18" charset="0"/>
                        </a:defRPr>
                      </a:lvl2pPr>
                      <a:lvl3pPr marL="682625" algn="l" defTabSz="887413">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3pPr>
                      <a:lvl4pPr marL="1328738" algn="l" defTabSz="887413">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4pPr>
                      <a:lvl5pPr marL="1771650" algn="l" defTabSz="887413">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5pPr>
                      <a:lvl6pPr marL="2228850" defTabSz="887413"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6pPr>
                      <a:lvl7pPr marL="2686050" defTabSz="887413"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7pPr>
                      <a:lvl8pPr marL="3143250" defTabSz="887413"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8pPr>
                      <a:lvl9pPr marL="3600450" defTabSz="887413"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9pPr>
                    </a:lstStyle>
                    <a:p>
                      <a:pPr marL="0" marR="0" lvl="0" indent="0" algn="l" defTabSz="887413" rtl="0" eaLnBrk="0" fontAlgn="base" latinLnBrk="0" hangingPunct="0">
                        <a:lnSpc>
                          <a:spcPct val="100000"/>
                        </a:lnSpc>
                        <a:spcBef>
                          <a:spcPct val="20000"/>
                        </a:spcBef>
                        <a:spcAft>
                          <a:spcPct val="0"/>
                        </a:spcAft>
                        <a:buClr>
                          <a:srgbClr val="A50021"/>
                        </a:buClr>
                        <a:buSzPct val="75000"/>
                        <a:buFont typeface="Monotype Sorts" pitchFamily="2" charset="2"/>
                        <a:buNone/>
                        <a:tabLst/>
                      </a:pPr>
                      <a:endParaRPr kumimoji="1" lang="en-US" altLang="en-US" sz="2000" b="1" i="0" u="none" strike="noStrike" cap="none" normalizeH="0" baseline="0">
                        <a:ln>
                          <a:noFill/>
                        </a:ln>
                        <a:solidFill>
                          <a:srgbClr val="FFFF99"/>
                        </a:solidFill>
                        <a:effectLst>
                          <a:outerShdw blurRad="38100" dist="38100" dir="2700000" algn="tl">
                            <a:srgbClr val="000000"/>
                          </a:outerShdw>
                        </a:effectLst>
                        <a:latin typeface="Times New Roman" panose="02020603050405020304" pitchFamily="18" charset="0"/>
                      </a:endParaRPr>
                    </a:p>
                  </a:txBody>
                  <a:tcPr marT="45793" marB="45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defTabSz="887413">
                        <a:spcBef>
                          <a:spcPct val="20000"/>
                        </a:spcBef>
                        <a:buClr>
                          <a:srgbClr val="A50021"/>
                        </a:buClr>
                        <a:buSzPct val="75000"/>
                        <a:buFont typeface="Monotype Sorts" pitchFamily="2" charset="2"/>
                        <a:defRPr kumimoji="1" sz="2000" b="1">
                          <a:solidFill>
                            <a:srgbClr val="FFFF99"/>
                          </a:solidFill>
                          <a:effectLst>
                            <a:outerShdw blurRad="38100" dist="38100" dir="2700000" algn="tl">
                              <a:srgbClr val="000000"/>
                            </a:outerShdw>
                          </a:effectLst>
                          <a:latin typeface="Times New Roman" panose="02020603050405020304" pitchFamily="18" charset="0"/>
                        </a:defRPr>
                      </a:lvl1pPr>
                      <a:lvl2pPr marL="336550" algn="l" defTabSz="887413">
                        <a:spcBef>
                          <a:spcPct val="20000"/>
                        </a:spcBef>
                        <a:buClr>
                          <a:srgbClr val="A50021"/>
                        </a:buClr>
                        <a:defRPr kumimoji="1" b="1">
                          <a:solidFill>
                            <a:srgbClr val="FFFF99"/>
                          </a:solidFill>
                          <a:effectLst>
                            <a:outerShdw blurRad="38100" dist="38100" dir="2700000" algn="tl">
                              <a:srgbClr val="000000"/>
                            </a:outerShdw>
                          </a:effectLst>
                          <a:latin typeface="Times New Roman" panose="02020603050405020304" pitchFamily="18" charset="0"/>
                        </a:defRPr>
                      </a:lvl2pPr>
                      <a:lvl3pPr marL="682625" algn="l" defTabSz="887413">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3pPr>
                      <a:lvl4pPr marL="1328738" algn="l" defTabSz="887413">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4pPr>
                      <a:lvl5pPr marL="1771650" algn="l" defTabSz="887413">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5pPr>
                      <a:lvl6pPr marL="2228850" defTabSz="887413"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6pPr>
                      <a:lvl7pPr marL="2686050" defTabSz="887413"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7pPr>
                      <a:lvl8pPr marL="3143250" defTabSz="887413"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8pPr>
                      <a:lvl9pPr marL="3600450" defTabSz="887413"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9pPr>
                    </a:lstStyle>
                    <a:p>
                      <a:pPr marL="0" marR="0" lvl="0" indent="0" algn="l" defTabSz="887413" rtl="0" eaLnBrk="0" fontAlgn="base" latinLnBrk="0" hangingPunct="0">
                        <a:lnSpc>
                          <a:spcPct val="100000"/>
                        </a:lnSpc>
                        <a:spcBef>
                          <a:spcPct val="20000"/>
                        </a:spcBef>
                        <a:spcAft>
                          <a:spcPct val="0"/>
                        </a:spcAft>
                        <a:buClr>
                          <a:srgbClr val="A50021"/>
                        </a:buClr>
                        <a:buSzPct val="75000"/>
                        <a:buFont typeface="Monotype Sorts" pitchFamily="2" charset="2"/>
                        <a:buNone/>
                        <a:tabLst/>
                      </a:pPr>
                      <a:endParaRPr kumimoji="1" lang="en-US" altLang="en-US" sz="2000" b="1" i="0" u="none" strike="noStrike" cap="none" normalizeH="0" baseline="0">
                        <a:ln>
                          <a:noFill/>
                        </a:ln>
                        <a:solidFill>
                          <a:srgbClr val="FFFF99"/>
                        </a:solidFill>
                        <a:effectLst>
                          <a:outerShdw blurRad="38100" dist="38100" dir="2700000" algn="tl">
                            <a:srgbClr val="000000"/>
                          </a:outerShdw>
                        </a:effectLst>
                        <a:latin typeface="Times New Roman" panose="02020603050405020304" pitchFamily="18" charset="0"/>
                      </a:endParaRPr>
                    </a:p>
                  </a:txBody>
                  <a:tcPr marT="45793" marB="45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defTabSz="887413">
                        <a:spcBef>
                          <a:spcPct val="20000"/>
                        </a:spcBef>
                        <a:buClr>
                          <a:srgbClr val="A50021"/>
                        </a:buClr>
                        <a:buSzPct val="75000"/>
                        <a:buFont typeface="Monotype Sorts" pitchFamily="2" charset="2"/>
                        <a:defRPr kumimoji="1" sz="2000" b="1">
                          <a:solidFill>
                            <a:srgbClr val="FFFF99"/>
                          </a:solidFill>
                          <a:effectLst>
                            <a:outerShdw blurRad="38100" dist="38100" dir="2700000" algn="tl">
                              <a:srgbClr val="000000"/>
                            </a:outerShdw>
                          </a:effectLst>
                          <a:latin typeface="Times New Roman" panose="02020603050405020304" pitchFamily="18" charset="0"/>
                        </a:defRPr>
                      </a:lvl1pPr>
                      <a:lvl2pPr marL="336550" algn="l" defTabSz="887413">
                        <a:spcBef>
                          <a:spcPct val="20000"/>
                        </a:spcBef>
                        <a:buClr>
                          <a:srgbClr val="A50021"/>
                        </a:buClr>
                        <a:defRPr kumimoji="1" b="1">
                          <a:solidFill>
                            <a:srgbClr val="FFFF99"/>
                          </a:solidFill>
                          <a:effectLst>
                            <a:outerShdw blurRad="38100" dist="38100" dir="2700000" algn="tl">
                              <a:srgbClr val="000000"/>
                            </a:outerShdw>
                          </a:effectLst>
                          <a:latin typeface="Times New Roman" panose="02020603050405020304" pitchFamily="18" charset="0"/>
                        </a:defRPr>
                      </a:lvl2pPr>
                      <a:lvl3pPr marL="682625" algn="l" defTabSz="887413">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3pPr>
                      <a:lvl4pPr marL="1328738" algn="l" defTabSz="887413">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4pPr>
                      <a:lvl5pPr marL="1771650" algn="l" defTabSz="887413">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5pPr>
                      <a:lvl6pPr marL="2228850" defTabSz="887413"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6pPr>
                      <a:lvl7pPr marL="2686050" defTabSz="887413"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7pPr>
                      <a:lvl8pPr marL="3143250" defTabSz="887413"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8pPr>
                      <a:lvl9pPr marL="3600450" defTabSz="887413"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9pPr>
                    </a:lstStyle>
                    <a:p>
                      <a:pPr marL="0" marR="0" lvl="0" indent="0" algn="l" defTabSz="887413" rtl="0" eaLnBrk="0" fontAlgn="base" latinLnBrk="0" hangingPunct="0">
                        <a:lnSpc>
                          <a:spcPct val="100000"/>
                        </a:lnSpc>
                        <a:spcBef>
                          <a:spcPct val="20000"/>
                        </a:spcBef>
                        <a:spcAft>
                          <a:spcPct val="0"/>
                        </a:spcAft>
                        <a:buClr>
                          <a:srgbClr val="A50021"/>
                        </a:buClr>
                        <a:buSzPct val="75000"/>
                        <a:buFont typeface="Monotype Sorts" pitchFamily="2" charset="2"/>
                        <a:buNone/>
                        <a:tabLst/>
                      </a:pPr>
                      <a:endParaRPr kumimoji="1" lang="en-US" altLang="en-US" sz="2000" b="1" i="0" u="none" strike="noStrike" cap="none" normalizeH="0" baseline="0">
                        <a:ln>
                          <a:noFill/>
                        </a:ln>
                        <a:solidFill>
                          <a:srgbClr val="FFFF99"/>
                        </a:solidFill>
                        <a:effectLst>
                          <a:outerShdw blurRad="38100" dist="38100" dir="2700000" algn="tl">
                            <a:srgbClr val="000000"/>
                          </a:outerShdw>
                        </a:effectLst>
                        <a:latin typeface="Times New Roman" panose="02020603050405020304" pitchFamily="18" charset="0"/>
                      </a:endParaRPr>
                    </a:p>
                  </a:txBody>
                  <a:tcPr marT="45793" marB="45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defTabSz="887413">
                        <a:spcBef>
                          <a:spcPct val="20000"/>
                        </a:spcBef>
                        <a:buClr>
                          <a:srgbClr val="A50021"/>
                        </a:buClr>
                        <a:buSzPct val="75000"/>
                        <a:buFont typeface="Monotype Sorts" pitchFamily="2" charset="2"/>
                        <a:defRPr kumimoji="1" sz="2000" b="1">
                          <a:solidFill>
                            <a:srgbClr val="FFFF99"/>
                          </a:solidFill>
                          <a:effectLst>
                            <a:outerShdw blurRad="38100" dist="38100" dir="2700000" algn="tl">
                              <a:srgbClr val="000000"/>
                            </a:outerShdw>
                          </a:effectLst>
                          <a:latin typeface="Times New Roman" panose="02020603050405020304" pitchFamily="18" charset="0"/>
                        </a:defRPr>
                      </a:lvl1pPr>
                      <a:lvl2pPr marL="336550" algn="l" defTabSz="887413">
                        <a:spcBef>
                          <a:spcPct val="20000"/>
                        </a:spcBef>
                        <a:buClr>
                          <a:srgbClr val="A50021"/>
                        </a:buClr>
                        <a:defRPr kumimoji="1" b="1">
                          <a:solidFill>
                            <a:srgbClr val="FFFF99"/>
                          </a:solidFill>
                          <a:effectLst>
                            <a:outerShdw blurRad="38100" dist="38100" dir="2700000" algn="tl">
                              <a:srgbClr val="000000"/>
                            </a:outerShdw>
                          </a:effectLst>
                          <a:latin typeface="Times New Roman" panose="02020603050405020304" pitchFamily="18" charset="0"/>
                        </a:defRPr>
                      </a:lvl2pPr>
                      <a:lvl3pPr marL="682625" algn="l" defTabSz="887413">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3pPr>
                      <a:lvl4pPr marL="1328738" algn="l" defTabSz="887413">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4pPr>
                      <a:lvl5pPr marL="1771650" algn="l" defTabSz="887413">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5pPr>
                      <a:lvl6pPr marL="2228850" defTabSz="887413"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6pPr>
                      <a:lvl7pPr marL="2686050" defTabSz="887413"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7pPr>
                      <a:lvl8pPr marL="3143250" defTabSz="887413"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8pPr>
                      <a:lvl9pPr marL="3600450" defTabSz="887413"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9pPr>
                    </a:lstStyle>
                    <a:p>
                      <a:pPr marL="0" marR="0" lvl="0" indent="0" algn="l" defTabSz="887413" rtl="0" eaLnBrk="0" fontAlgn="base" latinLnBrk="0" hangingPunct="0">
                        <a:lnSpc>
                          <a:spcPct val="100000"/>
                        </a:lnSpc>
                        <a:spcBef>
                          <a:spcPct val="20000"/>
                        </a:spcBef>
                        <a:spcAft>
                          <a:spcPct val="0"/>
                        </a:spcAft>
                        <a:buClr>
                          <a:srgbClr val="A50021"/>
                        </a:buClr>
                        <a:buSzPct val="75000"/>
                        <a:buFont typeface="Monotype Sorts" pitchFamily="2" charset="2"/>
                        <a:buNone/>
                        <a:tabLst/>
                      </a:pPr>
                      <a:endParaRPr kumimoji="1" lang="en-US" altLang="en-US" sz="2000" b="1" i="0" u="none" strike="noStrike" cap="none" normalizeH="0" baseline="0">
                        <a:ln>
                          <a:noFill/>
                        </a:ln>
                        <a:solidFill>
                          <a:srgbClr val="FFFF99"/>
                        </a:solidFill>
                        <a:effectLst>
                          <a:outerShdw blurRad="38100" dist="38100" dir="2700000" algn="tl">
                            <a:srgbClr val="000000"/>
                          </a:outerShdw>
                        </a:effectLst>
                        <a:latin typeface="Times New Roman" panose="02020603050405020304" pitchFamily="18" charset="0"/>
                      </a:endParaRPr>
                    </a:p>
                  </a:txBody>
                  <a:tcPr marT="45793" marB="45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defTabSz="887413">
                        <a:spcBef>
                          <a:spcPct val="20000"/>
                        </a:spcBef>
                        <a:buClr>
                          <a:srgbClr val="A50021"/>
                        </a:buClr>
                        <a:buSzPct val="75000"/>
                        <a:buFont typeface="Monotype Sorts" pitchFamily="2" charset="2"/>
                        <a:defRPr kumimoji="1" sz="2000" b="1">
                          <a:solidFill>
                            <a:srgbClr val="FFFF99"/>
                          </a:solidFill>
                          <a:effectLst>
                            <a:outerShdw blurRad="38100" dist="38100" dir="2700000" algn="tl">
                              <a:srgbClr val="000000"/>
                            </a:outerShdw>
                          </a:effectLst>
                          <a:latin typeface="Times New Roman" panose="02020603050405020304" pitchFamily="18" charset="0"/>
                        </a:defRPr>
                      </a:lvl1pPr>
                      <a:lvl2pPr marL="336550" algn="l" defTabSz="887413">
                        <a:spcBef>
                          <a:spcPct val="20000"/>
                        </a:spcBef>
                        <a:buClr>
                          <a:srgbClr val="A50021"/>
                        </a:buClr>
                        <a:defRPr kumimoji="1" b="1">
                          <a:solidFill>
                            <a:srgbClr val="FFFF99"/>
                          </a:solidFill>
                          <a:effectLst>
                            <a:outerShdw blurRad="38100" dist="38100" dir="2700000" algn="tl">
                              <a:srgbClr val="000000"/>
                            </a:outerShdw>
                          </a:effectLst>
                          <a:latin typeface="Times New Roman" panose="02020603050405020304" pitchFamily="18" charset="0"/>
                        </a:defRPr>
                      </a:lvl2pPr>
                      <a:lvl3pPr marL="682625" algn="l" defTabSz="887413">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3pPr>
                      <a:lvl4pPr marL="1328738" algn="l" defTabSz="887413">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4pPr>
                      <a:lvl5pPr marL="1771650" algn="l" defTabSz="887413">
                        <a:spcBef>
                          <a:spcPct val="20000"/>
                        </a:spcBef>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5pPr>
                      <a:lvl6pPr marL="2228850" defTabSz="887413"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6pPr>
                      <a:lvl7pPr marL="2686050" defTabSz="887413"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7pPr>
                      <a:lvl8pPr marL="3143250" defTabSz="887413"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8pPr>
                      <a:lvl9pPr marL="3600450" defTabSz="887413" eaLnBrk="0" fontAlgn="base" hangingPunct="0">
                        <a:spcBef>
                          <a:spcPct val="20000"/>
                        </a:spcBef>
                        <a:spcAft>
                          <a:spcPct val="0"/>
                        </a:spcAft>
                        <a:buClr>
                          <a:srgbClr val="A50021"/>
                        </a:buClr>
                        <a:defRPr kumimoji="1" sz="1600" b="1">
                          <a:solidFill>
                            <a:srgbClr val="FFFF99"/>
                          </a:solidFill>
                          <a:effectLst>
                            <a:outerShdw blurRad="38100" dist="38100" dir="2700000" algn="tl">
                              <a:srgbClr val="000000"/>
                            </a:outerShdw>
                          </a:effectLst>
                          <a:latin typeface="Times New Roman" panose="02020603050405020304" pitchFamily="18" charset="0"/>
                        </a:defRPr>
                      </a:lvl9pPr>
                    </a:lstStyle>
                    <a:p>
                      <a:pPr marL="0" marR="0" lvl="0" indent="0" algn="l" defTabSz="887413" rtl="0" eaLnBrk="0" fontAlgn="base" latinLnBrk="0" hangingPunct="0">
                        <a:lnSpc>
                          <a:spcPct val="100000"/>
                        </a:lnSpc>
                        <a:spcBef>
                          <a:spcPct val="20000"/>
                        </a:spcBef>
                        <a:spcAft>
                          <a:spcPct val="0"/>
                        </a:spcAft>
                        <a:buClr>
                          <a:srgbClr val="A50021"/>
                        </a:buClr>
                        <a:buSzPct val="75000"/>
                        <a:buFont typeface="Monotype Sorts" pitchFamily="2" charset="2"/>
                        <a:buNone/>
                        <a:tabLst/>
                      </a:pPr>
                      <a:endParaRPr kumimoji="1" lang="en-US" altLang="en-US" sz="2000" b="1" i="0" u="none" strike="noStrike" cap="none" normalizeH="0" baseline="0">
                        <a:ln>
                          <a:noFill/>
                        </a:ln>
                        <a:solidFill>
                          <a:srgbClr val="FFFF99"/>
                        </a:solidFill>
                        <a:effectLst>
                          <a:outerShdw blurRad="38100" dist="38100" dir="2700000" algn="tl">
                            <a:srgbClr val="000000"/>
                          </a:outerShdw>
                        </a:effectLst>
                        <a:latin typeface="Times New Roman" panose="02020603050405020304" pitchFamily="18" charset="0"/>
                      </a:endParaRPr>
                    </a:p>
                  </a:txBody>
                  <a:tcPr marT="45793" marB="4579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8" name="Text Box 66">
            <a:extLst>
              <a:ext uri="{FF2B5EF4-FFF2-40B4-BE49-F238E27FC236}">
                <a16:creationId xmlns:a16="http://schemas.microsoft.com/office/drawing/2014/main" id="{B9AE3347-2A2D-E091-ABF0-8B3C00D351E3}"/>
              </a:ext>
            </a:extLst>
          </p:cNvPr>
          <p:cNvSpPr txBox="1">
            <a:spLocks noChangeArrowheads="1"/>
          </p:cNvSpPr>
          <p:nvPr/>
        </p:nvSpPr>
        <p:spPr bwMode="auto">
          <a:xfrm>
            <a:off x="1828800" y="5638800"/>
            <a:ext cx="304800" cy="396875"/>
          </a:xfrm>
          <a:prstGeom prst="rect">
            <a:avLst/>
          </a:prstGeom>
          <a:noFill/>
          <a:ln>
            <a:noFill/>
          </a:ln>
          <a:effectLst/>
        </p:spPr>
        <p:txBody>
          <a:bodyPr>
            <a:spAutoFit/>
          </a:bodyPr>
          <a:lstStyle/>
          <a:p>
            <a:pPr algn="ctr" eaLnBrk="0" hangingPunct="0">
              <a:spcBef>
                <a:spcPct val="50000"/>
              </a:spcBef>
              <a:defRPr/>
            </a:pPr>
            <a:r>
              <a:rPr kumimoji="1" lang="en-US" altLang="en-US" sz="2000" b="1">
                <a:latin typeface="Times New Roman" panose="02020603050405020304" pitchFamily="18" charset="0"/>
                <a:ea typeface="+mn-ea"/>
              </a:rPr>
              <a:t>A</a:t>
            </a:r>
          </a:p>
        </p:txBody>
      </p:sp>
      <p:sp>
        <p:nvSpPr>
          <p:cNvPr id="10" name="Line 67">
            <a:extLst>
              <a:ext uri="{FF2B5EF4-FFF2-40B4-BE49-F238E27FC236}">
                <a16:creationId xmlns:a16="http://schemas.microsoft.com/office/drawing/2014/main" id="{B4B04E56-B12D-2A91-8098-2747799F2BF0}"/>
              </a:ext>
            </a:extLst>
          </p:cNvPr>
          <p:cNvSpPr>
            <a:spLocks noChangeShapeType="1"/>
          </p:cNvSpPr>
          <p:nvPr/>
        </p:nvSpPr>
        <p:spPr bwMode="auto">
          <a:xfrm>
            <a:off x="1981200" y="5333999"/>
            <a:ext cx="0" cy="381000"/>
          </a:xfrm>
          <a:prstGeom prst="line">
            <a:avLst/>
          </a:prstGeom>
          <a:noFill/>
          <a:ln w="12700">
            <a:solidFill>
              <a:srgbClr val="FF0000"/>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sz="2400">
              <a:latin typeface="Times New Roman" panose="02020603050405020304" pitchFamily="18" charset="0"/>
              <a:ea typeface="+mn-ea"/>
            </a:endParaRPr>
          </a:p>
        </p:txBody>
      </p:sp>
      <p:sp>
        <p:nvSpPr>
          <p:cNvPr id="11" name="Line 68">
            <a:extLst>
              <a:ext uri="{FF2B5EF4-FFF2-40B4-BE49-F238E27FC236}">
                <a16:creationId xmlns:a16="http://schemas.microsoft.com/office/drawing/2014/main" id="{5B93A01D-8A67-7C45-9D26-77FD8DCFB743}"/>
              </a:ext>
            </a:extLst>
          </p:cNvPr>
          <p:cNvSpPr>
            <a:spLocks noChangeShapeType="1"/>
          </p:cNvSpPr>
          <p:nvPr/>
        </p:nvSpPr>
        <p:spPr bwMode="auto">
          <a:xfrm>
            <a:off x="6858000" y="5333999"/>
            <a:ext cx="0" cy="381000"/>
          </a:xfrm>
          <a:prstGeom prst="line">
            <a:avLst/>
          </a:prstGeom>
          <a:noFill/>
          <a:ln w="12700">
            <a:solidFill>
              <a:srgbClr val="FF0000"/>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sz="2400">
              <a:latin typeface="Times New Roman" panose="02020603050405020304" pitchFamily="18" charset="0"/>
              <a:ea typeface="+mn-ea"/>
            </a:endParaRPr>
          </a:p>
        </p:txBody>
      </p:sp>
      <p:sp>
        <p:nvSpPr>
          <p:cNvPr id="12" name="Line 69">
            <a:extLst>
              <a:ext uri="{FF2B5EF4-FFF2-40B4-BE49-F238E27FC236}">
                <a16:creationId xmlns:a16="http://schemas.microsoft.com/office/drawing/2014/main" id="{C94179C1-D4D8-1630-AFDB-CAD6DDE64BBB}"/>
              </a:ext>
            </a:extLst>
          </p:cNvPr>
          <p:cNvSpPr>
            <a:spLocks noChangeShapeType="1"/>
          </p:cNvSpPr>
          <p:nvPr/>
        </p:nvSpPr>
        <p:spPr bwMode="auto">
          <a:xfrm>
            <a:off x="8153400" y="5333999"/>
            <a:ext cx="0" cy="381000"/>
          </a:xfrm>
          <a:prstGeom prst="line">
            <a:avLst/>
          </a:prstGeom>
          <a:noFill/>
          <a:ln w="12700">
            <a:solidFill>
              <a:srgbClr val="FF0000"/>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sz="2400">
              <a:latin typeface="Times New Roman" panose="02020603050405020304" pitchFamily="18" charset="0"/>
              <a:ea typeface="+mn-ea"/>
            </a:endParaRPr>
          </a:p>
        </p:txBody>
      </p:sp>
      <p:sp>
        <p:nvSpPr>
          <p:cNvPr id="13" name="Line 70">
            <a:extLst>
              <a:ext uri="{FF2B5EF4-FFF2-40B4-BE49-F238E27FC236}">
                <a16:creationId xmlns:a16="http://schemas.microsoft.com/office/drawing/2014/main" id="{26A0D7D7-490E-A30D-6A33-C38C29B15B79}"/>
              </a:ext>
            </a:extLst>
          </p:cNvPr>
          <p:cNvSpPr>
            <a:spLocks noChangeShapeType="1"/>
          </p:cNvSpPr>
          <p:nvPr/>
        </p:nvSpPr>
        <p:spPr bwMode="auto">
          <a:xfrm>
            <a:off x="8991600" y="5333999"/>
            <a:ext cx="0" cy="381000"/>
          </a:xfrm>
          <a:prstGeom prst="line">
            <a:avLst/>
          </a:prstGeom>
          <a:noFill/>
          <a:ln w="12700">
            <a:solidFill>
              <a:srgbClr val="FF0000"/>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sz="2400">
              <a:latin typeface="Times New Roman" panose="02020603050405020304" pitchFamily="18" charset="0"/>
              <a:ea typeface="+mn-ea"/>
            </a:endParaRPr>
          </a:p>
        </p:txBody>
      </p:sp>
      <p:sp>
        <p:nvSpPr>
          <p:cNvPr id="14" name="Text Box 71">
            <a:extLst>
              <a:ext uri="{FF2B5EF4-FFF2-40B4-BE49-F238E27FC236}">
                <a16:creationId xmlns:a16="http://schemas.microsoft.com/office/drawing/2014/main" id="{0C0F380D-9CA5-B51D-5A2F-9D1BF7F52A8B}"/>
              </a:ext>
            </a:extLst>
          </p:cNvPr>
          <p:cNvSpPr txBox="1">
            <a:spLocks noChangeArrowheads="1"/>
          </p:cNvSpPr>
          <p:nvPr/>
        </p:nvSpPr>
        <p:spPr bwMode="auto">
          <a:xfrm>
            <a:off x="6400800" y="5638800"/>
            <a:ext cx="990600" cy="396875"/>
          </a:xfrm>
          <a:prstGeom prst="rect">
            <a:avLst/>
          </a:prstGeom>
          <a:noFill/>
          <a:ln>
            <a:noFill/>
          </a:ln>
          <a:effectLst/>
        </p:spPr>
        <p:txBody>
          <a:bodyPr>
            <a:spAutoFit/>
          </a:bodyPr>
          <a:lstStyle/>
          <a:p>
            <a:pPr algn="ctr" eaLnBrk="0" hangingPunct="0">
              <a:spcBef>
                <a:spcPct val="50000"/>
              </a:spcBef>
              <a:defRPr/>
            </a:pPr>
            <a:r>
              <a:rPr kumimoji="1" lang="en-US" altLang="en-US" sz="2000" b="1">
                <a:latin typeface="Times New Roman" panose="02020603050405020304" pitchFamily="18" charset="0"/>
                <a:ea typeface="+mn-ea"/>
              </a:rPr>
              <a:t>FOOL</a:t>
            </a:r>
          </a:p>
        </p:txBody>
      </p:sp>
      <p:sp>
        <p:nvSpPr>
          <p:cNvPr id="15" name="Line 72">
            <a:extLst>
              <a:ext uri="{FF2B5EF4-FFF2-40B4-BE49-F238E27FC236}">
                <a16:creationId xmlns:a16="http://schemas.microsoft.com/office/drawing/2014/main" id="{C0FD2EFC-8F3F-FB4C-E2C1-FF92CA2625D2}"/>
              </a:ext>
            </a:extLst>
          </p:cNvPr>
          <p:cNvSpPr>
            <a:spLocks noChangeShapeType="1"/>
          </p:cNvSpPr>
          <p:nvPr/>
        </p:nvSpPr>
        <p:spPr bwMode="auto">
          <a:xfrm>
            <a:off x="4876800" y="5333999"/>
            <a:ext cx="0" cy="381000"/>
          </a:xfrm>
          <a:prstGeom prst="line">
            <a:avLst/>
          </a:prstGeom>
          <a:noFill/>
          <a:ln w="12700">
            <a:solidFill>
              <a:srgbClr val="FF0000"/>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sz="2400">
              <a:latin typeface="Times New Roman" panose="02020603050405020304" pitchFamily="18" charset="0"/>
              <a:ea typeface="+mn-ea"/>
            </a:endParaRPr>
          </a:p>
        </p:txBody>
      </p:sp>
      <p:sp>
        <p:nvSpPr>
          <p:cNvPr id="16" name="Text Box 73">
            <a:extLst>
              <a:ext uri="{FF2B5EF4-FFF2-40B4-BE49-F238E27FC236}">
                <a16:creationId xmlns:a16="http://schemas.microsoft.com/office/drawing/2014/main" id="{858ED47D-07E2-DEE5-AF61-980DF2EE6C7E}"/>
              </a:ext>
            </a:extLst>
          </p:cNvPr>
          <p:cNvSpPr txBox="1">
            <a:spLocks noChangeArrowheads="1"/>
          </p:cNvSpPr>
          <p:nvPr/>
        </p:nvSpPr>
        <p:spPr bwMode="auto">
          <a:xfrm>
            <a:off x="4495800" y="5638800"/>
            <a:ext cx="762000" cy="396875"/>
          </a:xfrm>
          <a:prstGeom prst="rect">
            <a:avLst/>
          </a:prstGeom>
          <a:noFill/>
          <a:ln>
            <a:noFill/>
          </a:ln>
          <a:effectLst/>
        </p:spPr>
        <p:txBody>
          <a:bodyPr>
            <a:spAutoFit/>
          </a:bodyPr>
          <a:lstStyle/>
          <a:p>
            <a:pPr algn="ctr" eaLnBrk="0" hangingPunct="0">
              <a:spcBef>
                <a:spcPct val="50000"/>
              </a:spcBef>
              <a:defRPr/>
            </a:pPr>
            <a:r>
              <a:rPr kumimoji="1" lang="en-US" altLang="en-US" sz="2000" b="1">
                <a:latin typeface="Times New Roman" panose="02020603050405020304" pitchFamily="18" charset="0"/>
                <a:ea typeface="+mn-ea"/>
              </a:rPr>
              <a:t>AND</a:t>
            </a:r>
          </a:p>
        </p:txBody>
      </p:sp>
      <p:sp>
        <p:nvSpPr>
          <p:cNvPr id="17" name="Line 74">
            <a:extLst>
              <a:ext uri="{FF2B5EF4-FFF2-40B4-BE49-F238E27FC236}">
                <a16:creationId xmlns:a16="http://schemas.microsoft.com/office/drawing/2014/main" id="{2114A398-44D8-C146-D586-0BAE0A2B5E4F}"/>
              </a:ext>
            </a:extLst>
          </p:cNvPr>
          <p:cNvSpPr>
            <a:spLocks noChangeShapeType="1"/>
          </p:cNvSpPr>
          <p:nvPr/>
        </p:nvSpPr>
        <p:spPr bwMode="auto">
          <a:xfrm>
            <a:off x="7543800" y="5333999"/>
            <a:ext cx="0" cy="381000"/>
          </a:xfrm>
          <a:prstGeom prst="line">
            <a:avLst/>
          </a:prstGeom>
          <a:noFill/>
          <a:ln w="12700">
            <a:solidFill>
              <a:srgbClr val="FF0000"/>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sz="2400">
              <a:latin typeface="Times New Roman" panose="02020603050405020304" pitchFamily="18" charset="0"/>
              <a:ea typeface="+mn-ea"/>
            </a:endParaRPr>
          </a:p>
        </p:txBody>
      </p:sp>
      <p:sp>
        <p:nvSpPr>
          <p:cNvPr id="18" name="Text Box 75">
            <a:extLst>
              <a:ext uri="{FF2B5EF4-FFF2-40B4-BE49-F238E27FC236}">
                <a16:creationId xmlns:a16="http://schemas.microsoft.com/office/drawing/2014/main" id="{BA45CCB6-73B1-1BA8-D0E0-7F2FE9A97FC0}"/>
              </a:ext>
            </a:extLst>
          </p:cNvPr>
          <p:cNvSpPr txBox="1">
            <a:spLocks noChangeArrowheads="1"/>
          </p:cNvSpPr>
          <p:nvPr/>
        </p:nvSpPr>
        <p:spPr bwMode="auto">
          <a:xfrm>
            <a:off x="7239000" y="5638800"/>
            <a:ext cx="685800" cy="396875"/>
          </a:xfrm>
          <a:prstGeom prst="rect">
            <a:avLst/>
          </a:prstGeom>
          <a:noFill/>
          <a:ln>
            <a:noFill/>
          </a:ln>
          <a:effectLst/>
        </p:spPr>
        <p:txBody>
          <a:bodyPr>
            <a:spAutoFit/>
          </a:bodyPr>
          <a:lstStyle/>
          <a:p>
            <a:pPr algn="ctr" eaLnBrk="0" hangingPunct="0">
              <a:spcBef>
                <a:spcPct val="50000"/>
              </a:spcBef>
              <a:defRPr/>
            </a:pPr>
            <a:r>
              <a:rPr kumimoji="1" lang="en-US" altLang="en-US" sz="2000" b="1">
                <a:latin typeface="Times New Roman" panose="02020603050405020304" pitchFamily="18" charset="0"/>
                <a:ea typeface="+mn-ea"/>
              </a:rPr>
              <a:t>HIS</a:t>
            </a:r>
          </a:p>
        </p:txBody>
      </p:sp>
      <p:sp>
        <p:nvSpPr>
          <p:cNvPr id="19" name="Line 76">
            <a:extLst>
              <a:ext uri="{FF2B5EF4-FFF2-40B4-BE49-F238E27FC236}">
                <a16:creationId xmlns:a16="http://schemas.microsoft.com/office/drawing/2014/main" id="{CDF20F1A-1A4D-C668-DF7C-CCB24DB4B1FC}"/>
              </a:ext>
            </a:extLst>
          </p:cNvPr>
          <p:cNvSpPr>
            <a:spLocks noChangeShapeType="1"/>
          </p:cNvSpPr>
          <p:nvPr/>
        </p:nvSpPr>
        <p:spPr bwMode="auto">
          <a:xfrm>
            <a:off x="5638800" y="5333999"/>
            <a:ext cx="0" cy="381000"/>
          </a:xfrm>
          <a:prstGeom prst="line">
            <a:avLst/>
          </a:prstGeom>
          <a:noFill/>
          <a:ln w="12700">
            <a:solidFill>
              <a:srgbClr val="FF0000"/>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sz="2400">
              <a:latin typeface="Times New Roman" panose="02020603050405020304" pitchFamily="18" charset="0"/>
              <a:ea typeface="+mn-ea"/>
            </a:endParaRPr>
          </a:p>
        </p:txBody>
      </p:sp>
      <p:sp>
        <p:nvSpPr>
          <p:cNvPr id="20" name="Text Box 77">
            <a:extLst>
              <a:ext uri="{FF2B5EF4-FFF2-40B4-BE49-F238E27FC236}">
                <a16:creationId xmlns:a16="http://schemas.microsoft.com/office/drawing/2014/main" id="{F56146D3-9FDF-B3AE-7F6C-614BA0F318F2}"/>
              </a:ext>
            </a:extLst>
          </p:cNvPr>
          <p:cNvSpPr txBox="1">
            <a:spLocks noChangeArrowheads="1"/>
          </p:cNvSpPr>
          <p:nvPr/>
        </p:nvSpPr>
        <p:spPr bwMode="auto">
          <a:xfrm>
            <a:off x="5257800" y="5791200"/>
            <a:ext cx="11430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eaLnBrk="0" hangingPunct="0">
              <a:spcBef>
                <a:spcPct val="50000"/>
              </a:spcBef>
              <a:buClrTx/>
              <a:buSzTx/>
              <a:buNone/>
            </a:pPr>
            <a:endParaRPr kumimoji="0" lang="en-US" altLang="en-US" sz="4000" b="0">
              <a:solidFill>
                <a:schemeClr val="tx1"/>
              </a:solidFill>
              <a:ea typeface="+mn-ea"/>
            </a:endParaRPr>
          </a:p>
        </p:txBody>
      </p:sp>
      <p:sp>
        <p:nvSpPr>
          <p:cNvPr id="21" name="Rectangle 78">
            <a:extLst>
              <a:ext uri="{FF2B5EF4-FFF2-40B4-BE49-F238E27FC236}">
                <a16:creationId xmlns:a16="http://schemas.microsoft.com/office/drawing/2014/main" id="{A9459E6A-F750-4FC5-E66E-B61D479F548D}"/>
              </a:ext>
            </a:extLst>
          </p:cNvPr>
          <p:cNvSpPr>
            <a:spLocks noChangeArrowheads="1"/>
          </p:cNvSpPr>
          <p:nvPr/>
        </p:nvSpPr>
        <p:spPr bwMode="auto">
          <a:xfrm>
            <a:off x="5181600" y="5638800"/>
            <a:ext cx="1219200" cy="396875"/>
          </a:xfrm>
          <a:prstGeom prst="rect">
            <a:avLst/>
          </a:prstGeom>
          <a:noFill/>
          <a:ln>
            <a:noFill/>
          </a:ln>
          <a:effectLst/>
        </p:spPr>
        <p:txBody>
          <a:bodyPr>
            <a:spAutoFit/>
          </a:bodyPr>
          <a:lstStyle/>
          <a:p>
            <a:pPr algn="ctr" eaLnBrk="0" hangingPunct="0">
              <a:spcBef>
                <a:spcPct val="20000"/>
              </a:spcBef>
              <a:buClr>
                <a:srgbClr val="A50021"/>
              </a:buClr>
              <a:buSzPct val="75000"/>
              <a:defRPr/>
            </a:pPr>
            <a:r>
              <a:rPr kumimoji="1" lang="en-US" altLang="en-US" sz="2000" b="1">
                <a:latin typeface="Times New Roman" panose="02020603050405020304" pitchFamily="18" charset="0"/>
                <a:ea typeface="+mn-ea"/>
              </a:rPr>
              <a:t>MONEY</a:t>
            </a:r>
          </a:p>
        </p:txBody>
      </p:sp>
      <p:sp>
        <p:nvSpPr>
          <p:cNvPr id="22" name="Text Box 79">
            <a:extLst>
              <a:ext uri="{FF2B5EF4-FFF2-40B4-BE49-F238E27FC236}">
                <a16:creationId xmlns:a16="http://schemas.microsoft.com/office/drawing/2014/main" id="{7BA9D9F2-A855-EFA6-9EB2-A50CE7405995}"/>
              </a:ext>
            </a:extLst>
          </p:cNvPr>
          <p:cNvSpPr txBox="1">
            <a:spLocks noChangeArrowheads="1"/>
          </p:cNvSpPr>
          <p:nvPr/>
        </p:nvSpPr>
        <p:spPr bwMode="auto">
          <a:xfrm>
            <a:off x="7772400" y="5638800"/>
            <a:ext cx="762000" cy="396875"/>
          </a:xfrm>
          <a:prstGeom prst="rect">
            <a:avLst/>
          </a:prstGeom>
          <a:noFill/>
          <a:ln>
            <a:noFill/>
          </a:ln>
          <a:effectLst/>
        </p:spPr>
        <p:txBody>
          <a:bodyPr>
            <a:spAutoFit/>
          </a:bodyPr>
          <a:lstStyle/>
          <a:p>
            <a:pPr algn="ctr" eaLnBrk="0" hangingPunct="0">
              <a:spcBef>
                <a:spcPct val="50000"/>
              </a:spcBef>
              <a:defRPr/>
            </a:pPr>
            <a:r>
              <a:rPr lang="en-US" altLang="en-US" sz="2000" b="1">
                <a:latin typeface="Times New Roman" panose="02020603050405020304" pitchFamily="18" charset="0"/>
                <a:ea typeface="+mn-ea"/>
              </a:rPr>
              <a:t>ARE</a:t>
            </a:r>
          </a:p>
        </p:txBody>
      </p:sp>
      <p:sp>
        <p:nvSpPr>
          <p:cNvPr id="23" name="Text Box 80">
            <a:extLst>
              <a:ext uri="{FF2B5EF4-FFF2-40B4-BE49-F238E27FC236}">
                <a16:creationId xmlns:a16="http://schemas.microsoft.com/office/drawing/2014/main" id="{A7F8E38B-EF38-D45B-4FB0-DC8136C687E9}"/>
              </a:ext>
            </a:extLst>
          </p:cNvPr>
          <p:cNvSpPr txBox="1">
            <a:spLocks noChangeArrowheads="1"/>
          </p:cNvSpPr>
          <p:nvPr/>
        </p:nvSpPr>
        <p:spPr bwMode="auto">
          <a:xfrm>
            <a:off x="8458200" y="5638800"/>
            <a:ext cx="1295400" cy="396875"/>
          </a:xfrm>
          <a:prstGeom prst="rect">
            <a:avLst/>
          </a:prstGeom>
          <a:noFill/>
          <a:ln>
            <a:noFill/>
          </a:ln>
          <a:effectLst/>
        </p:spPr>
        <p:txBody>
          <a:bodyPr>
            <a:spAutoFit/>
          </a:bodyPr>
          <a:lstStyle/>
          <a:p>
            <a:pPr algn="ctr" eaLnBrk="0" hangingPunct="0">
              <a:spcBef>
                <a:spcPct val="50000"/>
              </a:spcBef>
              <a:defRPr/>
            </a:pPr>
            <a:r>
              <a:rPr lang="en-US" altLang="en-US" sz="2000" b="1">
                <a:latin typeface="Times New Roman" panose="02020603050405020304" pitchFamily="18" charset="0"/>
                <a:ea typeface="+mn-ea"/>
              </a:rPr>
              <a:t>PARTED</a:t>
            </a:r>
          </a:p>
        </p:txBody>
      </p:sp>
      <p:sp>
        <p:nvSpPr>
          <p:cNvPr id="24" name="Line 81">
            <a:extLst>
              <a:ext uri="{FF2B5EF4-FFF2-40B4-BE49-F238E27FC236}">
                <a16:creationId xmlns:a16="http://schemas.microsoft.com/office/drawing/2014/main" id="{2A426B74-9F82-3BF0-85CD-5B50C2708D2B}"/>
              </a:ext>
            </a:extLst>
          </p:cNvPr>
          <p:cNvSpPr>
            <a:spLocks noChangeShapeType="1"/>
          </p:cNvSpPr>
          <p:nvPr/>
        </p:nvSpPr>
        <p:spPr bwMode="auto">
          <a:xfrm>
            <a:off x="8153400" y="5943599"/>
            <a:ext cx="0" cy="381000"/>
          </a:xfrm>
          <a:prstGeom prst="line">
            <a:avLst/>
          </a:prstGeom>
          <a:noFill/>
          <a:ln w="12700">
            <a:solidFill>
              <a:srgbClr val="FF0000"/>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en-US" sz="2400">
              <a:latin typeface="Times New Roman" panose="02020603050405020304" pitchFamily="18" charset="0"/>
              <a:ea typeface="+mn-ea"/>
            </a:endParaRPr>
          </a:p>
        </p:txBody>
      </p:sp>
      <p:sp>
        <p:nvSpPr>
          <p:cNvPr id="25" name="Text Box 82">
            <a:extLst>
              <a:ext uri="{FF2B5EF4-FFF2-40B4-BE49-F238E27FC236}">
                <a16:creationId xmlns:a16="http://schemas.microsoft.com/office/drawing/2014/main" id="{13DA6613-36FF-EB33-DBAC-BBF403F9648F}"/>
              </a:ext>
            </a:extLst>
          </p:cNvPr>
          <p:cNvSpPr txBox="1">
            <a:spLocks noChangeArrowheads="1"/>
          </p:cNvSpPr>
          <p:nvPr/>
        </p:nvSpPr>
        <p:spPr bwMode="auto">
          <a:xfrm>
            <a:off x="7696200" y="6248400"/>
            <a:ext cx="914400" cy="396875"/>
          </a:xfrm>
          <a:prstGeom prst="rect">
            <a:avLst/>
          </a:prstGeom>
          <a:noFill/>
          <a:ln>
            <a:noFill/>
          </a:ln>
          <a:effectLst/>
        </p:spPr>
        <p:txBody>
          <a:bodyPr>
            <a:spAutoFit/>
          </a:bodyPr>
          <a:lstStyle/>
          <a:p>
            <a:pPr algn="ctr" eaLnBrk="0" hangingPunct="0">
              <a:spcBef>
                <a:spcPct val="50000"/>
              </a:spcBef>
              <a:defRPr/>
            </a:pPr>
            <a:r>
              <a:rPr lang="en-US" altLang="en-US" sz="2000" b="1">
                <a:latin typeface="Times New Roman" panose="02020603050405020304" pitchFamily="18" charset="0"/>
                <a:ea typeface="+mn-ea"/>
              </a:rPr>
              <a:t>SOON</a:t>
            </a:r>
          </a:p>
        </p:txBody>
      </p:sp>
      <p:sp>
        <p:nvSpPr>
          <p:cNvPr id="26" name="Text Box 83">
            <a:extLst>
              <a:ext uri="{FF2B5EF4-FFF2-40B4-BE49-F238E27FC236}">
                <a16:creationId xmlns:a16="http://schemas.microsoft.com/office/drawing/2014/main" id="{D095E6D5-FAF3-B86C-8FB4-925675BF79C4}"/>
              </a:ext>
            </a:extLst>
          </p:cNvPr>
          <p:cNvSpPr txBox="1">
            <a:spLocks noChangeArrowheads="1"/>
          </p:cNvSpPr>
          <p:nvPr/>
        </p:nvSpPr>
        <p:spPr bwMode="auto">
          <a:xfrm>
            <a:off x="8686800" y="4648200"/>
            <a:ext cx="5334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eaLnBrk="0" hangingPunct="0">
              <a:spcBef>
                <a:spcPct val="50000"/>
              </a:spcBef>
              <a:buClrTx/>
              <a:buSzTx/>
              <a:buNone/>
            </a:pPr>
            <a:r>
              <a:rPr kumimoji="0" lang="en-US" altLang="en-US" sz="1800">
                <a:solidFill>
                  <a:schemeClr val="tx1"/>
                </a:solidFill>
                <a:ea typeface="+mn-ea"/>
              </a:rPr>
              <a:t>12</a:t>
            </a:r>
          </a:p>
        </p:txBody>
      </p:sp>
      <p:sp>
        <p:nvSpPr>
          <p:cNvPr id="27" name="Text Box 84">
            <a:extLst>
              <a:ext uri="{FF2B5EF4-FFF2-40B4-BE49-F238E27FC236}">
                <a16:creationId xmlns:a16="http://schemas.microsoft.com/office/drawing/2014/main" id="{7E7035A2-BEC6-2AB8-E5E6-F0FD9EB78544}"/>
              </a:ext>
            </a:extLst>
          </p:cNvPr>
          <p:cNvSpPr txBox="1">
            <a:spLocks noChangeArrowheads="1"/>
          </p:cNvSpPr>
          <p:nvPr/>
        </p:nvSpPr>
        <p:spPr bwMode="auto">
          <a:xfrm>
            <a:off x="7924800" y="4648200"/>
            <a:ext cx="5334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eaLnBrk="0" hangingPunct="0">
              <a:spcBef>
                <a:spcPct val="50000"/>
              </a:spcBef>
              <a:buClrTx/>
              <a:buSzTx/>
              <a:buNone/>
            </a:pPr>
            <a:r>
              <a:rPr kumimoji="0" lang="en-US" altLang="en-US" sz="1800">
                <a:solidFill>
                  <a:schemeClr val="tx1"/>
                </a:solidFill>
                <a:ea typeface="+mn-ea"/>
              </a:rPr>
              <a:t>11</a:t>
            </a:r>
          </a:p>
        </p:txBody>
      </p:sp>
      <p:sp>
        <p:nvSpPr>
          <p:cNvPr id="28" name="Text Box 85">
            <a:extLst>
              <a:ext uri="{FF2B5EF4-FFF2-40B4-BE49-F238E27FC236}">
                <a16:creationId xmlns:a16="http://schemas.microsoft.com/office/drawing/2014/main" id="{728362EE-2143-BAC5-63EF-B6F9E4314E26}"/>
              </a:ext>
            </a:extLst>
          </p:cNvPr>
          <p:cNvSpPr txBox="1">
            <a:spLocks noChangeArrowheads="1"/>
          </p:cNvSpPr>
          <p:nvPr/>
        </p:nvSpPr>
        <p:spPr bwMode="auto">
          <a:xfrm>
            <a:off x="7239000" y="4648200"/>
            <a:ext cx="5334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eaLnBrk="0" hangingPunct="0">
              <a:spcBef>
                <a:spcPct val="50000"/>
              </a:spcBef>
              <a:buClrTx/>
              <a:buSzTx/>
              <a:buNone/>
            </a:pPr>
            <a:r>
              <a:rPr kumimoji="0" lang="en-US" altLang="en-US" sz="1800">
                <a:solidFill>
                  <a:schemeClr val="tx1"/>
                </a:solidFill>
                <a:ea typeface="+mn-ea"/>
              </a:rPr>
              <a:t>10</a:t>
            </a:r>
          </a:p>
        </p:txBody>
      </p:sp>
      <p:sp>
        <p:nvSpPr>
          <p:cNvPr id="29" name="Text Box 86">
            <a:extLst>
              <a:ext uri="{FF2B5EF4-FFF2-40B4-BE49-F238E27FC236}">
                <a16:creationId xmlns:a16="http://schemas.microsoft.com/office/drawing/2014/main" id="{C1B9845A-A27A-276D-A2EF-C5B94F0FC9A6}"/>
              </a:ext>
            </a:extLst>
          </p:cNvPr>
          <p:cNvSpPr txBox="1">
            <a:spLocks noChangeArrowheads="1"/>
          </p:cNvSpPr>
          <p:nvPr/>
        </p:nvSpPr>
        <p:spPr bwMode="auto">
          <a:xfrm>
            <a:off x="6629400" y="4648200"/>
            <a:ext cx="5334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eaLnBrk="0" hangingPunct="0">
              <a:spcBef>
                <a:spcPct val="50000"/>
              </a:spcBef>
              <a:buClrTx/>
              <a:buSzTx/>
              <a:buNone/>
            </a:pPr>
            <a:r>
              <a:rPr kumimoji="0" lang="en-US" altLang="en-US" sz="1800">
                <a:solidFill>
                  <a:schemeClr val="tx1"/>
                </a:solidFill>
                <a:ea typeface="+mn-ea"/>
              </a:rPr>
              <a:t>9</a:t>
            </a:r>
          </a:p>
        </p:txBody>
      </p:sp>
      <p:sp>
        <p:nvSpPr>
          <p:cNvPr id="30" name="Text Box 87">
            <a:extLst>
              <a:ext uri="{FF2B5EF4-FFF2-40B4-BE49-F238E27FC236}">
                <a16:creationId xmlns:a16="http://schemas.microsoft.com/office/drawing/2014/main" id="{523EFA1F-8E5F-491D-1CC1-530BFF14531D}"/>
              </a:ext>
            </a:extLst>
          </p:cNvPr>
          <p:cNvSpPr txBox="1">
            <a:spLocks noChangeArrowheads="1"/>
          </p:cNvSpPr>
          <p:nvPr/>
        </p:nvSpPr>
        <p:spPr bwMode="auto">
          <a:xfrm>
            <a:off x="6019800" y="4648200"/>
            <a:ext cx="5334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eaLnBrk="0" hangingPunct="0">
              <a:spcBef>
                <a:spcPct val="50000"/>
              </a:spcBef>
              <a:buClrTx/>
              <a:buSzTx/>
              <a:buNone/>
            </a:pPr>
            <a:r>
              <a:rPr kumimoji="0" lang="en-US" altLang="en-US" sz="1800">
                <a:solidFill>
                  <a:schemeClr val="tx1"/>
                </a:solidFill>
                <a:ea typeface="+mn-ea"/>
              </a:rPr>
              <a:t>8</a:t>
            </a:r>
          </a:p>
        </p:txBody>
      </p:sp>
      <p:sp>
        <p:nvSpPr>
          <p:cNvPr id="31" name="Text Box 88">
            <a:extLst>
              <a:ext uri="{FF2B5EF4-FFF2-40B4-BE49-F238E27FC236}">
                <a16:creationId xmlns:a16="http://schemas.microsoft.com/office/drawing/2014/main" id="{95DE002A-D0F3-EDAC-FE1B-AB2E51FB0C7E}"/>
              </a:ext>
            </a:extLst>
          </p:cNvPr>
          <p:cNvSpPr txBox="1">
            <a:spLocks noChangeArrowheads="1"/>
          </p:cNvSpPr>
          <p:nvPr/>
        </p:nvSpPr>
        <p:spPr bwMode="auto">
          <a:xfrm>
            <a:off x="5410200" y="4648200"/>
            <a:ext cx="5334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eaLnBrk="0" hangingPunct="0">
              <a:spcBef>
                <a:spcPct val="50000"/>
              </a:spcBef>
              <a:buClrTx/>
              <a:buSzTx/>
              <a:buNone/>
            </a:pPr>
            <a:r>
              <a:rPr kumimoji="0" lang="en-US" altLang="en-US" sz="1800">
                <a:solidFill>
                  <a:schemeClr val="tx1"/>
                </a:solidFill>
                <a:ea typeface="+mn-ea"/>
              </a:rPr>
              <a:t>7</a:t>
            </a:r>
          </a:p>
        </p:txBody>
      </p:sp>
      <p:sp>
        <p:nvSpPr>
          <p:cNvPr id="32" name="Text Box 89">
            <a:extLst>
              <a:ext uri="{FF2B5EF4-FFF2-40B4-BE49-F238E27FC236}">
                <a16:creationId xmlns:a16="http://schemas.microsoft.com/office/drawing/2014/main" id="{0647503F-3A7C-F558-12CD-796E798B83C3}"/>
              </a:ext>
            </a:extLst>
          </p:cNvPr>
          <p:cNvSpPr txBox="1">
            <a:spLocks noChangeArrowheads="1"/>
          </p:cNvSpPr>
          <p:nvPr/>
        </p:nvSpPr>
        <p:spPr bwMode="auto">
          <a:xfrm>
            <a:off x="4648200" y="4648200"/>
            <a:ext cx="5334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eaLnBrk="0" hangingPunct="0">
              <a:spcBef>
                <a:spcPct val="50000"/>
              </a:spcBef>
              <a:buClrTx/>
              <a:buSzTx/>
              <a:buNone/>
            </a:pPr>
            <a:r>
              <a:rPr kumimoji="0" lang="en-US" altLang="en-US" sz="1800">
                <a:solidFill>
                  <a:schemeClr val="tx1"/>
                </a:solidFill>
                <a:ea typeface="+mn-ea"/>
              </a:rPr>
              <a:t>6</a:t>
            </a:r>
          </a:p>
        </p:txBody>
      </p:sp>
      <p:sp>
        <p:nvSpPr>
          <p:cNvPr id="33" name="Text Box 90">
            <a:extLst>
              <a:ext uri="{FF2B5EF4-FFF2-40B4-BE49-F238E27FC236}">
                <a16:creationId xmlns:a16="http://schemas.microsoft.com/office/drawing/2014/main" id="{54076644-E7D5-A75D-8E2D-8BF41E5BE481}"/>
              </a:ext>
            </a:extLst>
          </p:cNvPr>
          <p:cNvSpPr txBox="1">
            <a:spLocks noChangeArrowheads="1"/>
          </p:cNvSpPr>
          <p:nvPr/>
        </p:nvSpPr>
        <p:spPr bwMode="auto">
          <a:xfrm>
            <a:off x="4038600" y="4648200"/>
            <a:ext cx="5334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eaLnBrk="0" hangingPunct="0">
              <a:spcBef>
                <a:spcPct val="50000"/>
              </a:spcBef>
              <a:buClrTx/>
              <a:buSzTx/>
              <a:buNone/>
            </a:pPr>
            <a:r>
              <a:rPr kumimoji="0" lang="en-US" altLang="en-US" sz="1800">
                <a:solidFill>
                  <a:schemeClr val="tx1"/>
                </a:solidFill>
                <a:ea typeface="+mn-ea"/>
              </a:rPr>
              <a:t>5</a:t>
            </a:r>
          </a:p>
        </p:txBody>
      </p:sp>
      <p:sp>
        <p:nvSpPr>
          <p:cNvPr id="34" name="Text Box 91">
            <a:extLst>
              <a:ext uri="{FF2B5EF4-FFF2-40B4-BE49-F238E27FC236}">
                <a16:creationId xmlns:a16="http://schemas.microsoft.com/office/drawing/2014/main" id="{0608FD3C-04EE-4EF5-4134-1BF0F42B757A}"/>
              </a:ext>
            </a:extLst>
          </p:cNvPr>
          <p:cNvSpPr txBox="1">
            <a:spLocks noChangeArrowheads="1"/>
          </p:cNvSpPr>
          <p:nvPr/>
        </p:nvSpPr>
        <p:spPr bwMode="auto">
          <a:xfrm>
            <a:off x="3581400" y="4648200"/>
            <a:ext cx="5334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eaLnBrk="0" hangingPunct="0">
              <a:spcBef>
                <a:spcPct val="50000"/>
              </a:spcBef>
              <a:buClrTx/>
              <a:buSzTx/>
              <a:buNone/>
            </a:pPr>
            <a:r>
              <a:rPr kumimoji="0" lang="en-US" altLang="en-US" sz="1800">
                <a:solidFill>
                  <a:schemeClr val="tx1"/>
                </a:solidFill>
                <a:ea typeface="+mn-ea"/>
              </a:rPr>
              <a:t>4</a:t>
            </a:r>
          </a:p>
        </p:txBody>
      </p:sp>
      <p:sp>
        <p:nvSpPr>
          <p:cNvPr id="35" name="Text Box 92">
            <a:extLst>
              <a:ext uri="{FF2B5EF4-FFF2-40B4-BE49-F238E27FC236}">
                <a16:creationId xmlns:a16="http://schemas.microsoft.com/office/drawing/2014/main" id="{073B5B7F-AA1A-AA9D-BBF1-0CE803454F41}"/>
              </a:ext>
            </a:extLst>
          </p:cNvPr>
          <p:cNvSpPr txBox="1">
            <a:spLocks noChangeArrowheads="1"/>
          </p:cNvSpPr>
          <p:nvPr/>
        </p:nvSpPr>
        <p:spPr bwMode="auto">
          <a:xfrm>
            <a:off x="2971800" y="4648200"/>
            <a:ext cx="5334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eaLnBrk="0" hangingPunct="0">
              <a:spcBef>
                <a:spcPct val="50000"/>
              </a:spcBef>
              <a:buClrTx/>
              <a:buSzTx/>
              <a:buNone/>
            </a:pPr>
            <a:r>
              <a:rPr kumimoji="0" lang="en-US" altLang="en-US" sz="1800">
                <a:solidFill>
                  <a:schemeClr val="tx1"/>
                </a:solidFill>
                <a:ea typeface="+mn-ea"/>
              </a:rPr>
              <a:t>3</a:t>
            </a:r>
          </a:p>
        </p:txBody>
      </p:sp>
      <p:sp>
        <p:nvSpPr>
          <p:cNvPr id="36" name="Text Box 93">
            <a:extLst>
              <a:ext uri="{FF2B5EF4-FFF2-40B4-BE49-F238E27FC236}">
                <a16:creationId xmlns:a16="http://schemas.microsoft.com/office/drawing/2014/main" id="{9DA858A9-2AF7-1535-6EDD-6BBC9596F850}"/>
              </a:ext>
            </a:extLst>
          </p:cNvPr>
          <p:cNvSpPr txBox="1">
            <a:spLocks noChangeArrowheads="1"/>
          </p:cNvSpPr>
          <p:nvPr/>
        </p:nvSpPr>
        <p:spPr bwMode="auto">
          <a:xfrm>
            <a:off x="2362200" y="4648200"/>
            <a:ext cx="5334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eaLnBrk="0" hangingPunct="0">
              <a:spcBef>
                <a:spcPct val="50000"/>
              </a:spcBef>
              <a:buClrTx/>
              <a:buSzTx/>
              <a:buNone/>
            </a:pPr>
            <a:r>
              <a:rPr kumimoji="0" lang="en-US" altLang="en-US" sz="1800">
                <a:solidFill>
                  <a:schemeClr val="tx1"/>
                </a:solidFill>
                <a:ea typeface="+mn-ea"/>
              </a:rPr>
              <a:t>2</a:t>
            </a:r>
          </a:p>
        </p:txBody>
      </p:sp>
      <p:sp>
        <p:nvSpPr>
          <p:cNvPr id="37" name="Text Box 94">
            <a:extLst>
              <a:ext uri="{FF2B5EF4-FFF2-40B4-BE49-F238E27FC236}">
                <a16:creationId xmlns:a16="http://schemas.microsoft.com/office/drawing/2014/main" id="{B1F298C3-DEEC-E258-1A85-15A520F20E5C}"/>
              </a:ext>
            </a:extLst>
          </p:cNvPr>
          <p:cNvSpPr txBox="1">
            <a:spLocks noChangeArrowheads="1"/>
          </p:cNvSpPr>
          <p:nvPr/>
        </p:nvSpPr>
        <p:spPr bwMode="auto">
          <a:xfrm>
            <a:off x="1752600" y="4648200"/>
            <a:ext cx="5334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eaLnBrk="0" hangingPunct="0">
              <a:spcBef>
                <a:spcPct val="50000"/>
              </a:spcBef>
              <a:buClrTx/>
              <a:buSzTx/>
              <a:buNone/>
            </a:pPr>
            <a:r>
              <a:rPr kumimoji="0" lang="en-US" altLang="en-US" sz="1800">
                <a:solidFill>
                  <a:schemeClr val="tx1"/>
                </a:solidFill>
                <a:ea typeface="+mn-ea"/>
              </a:rPr>
              <a:t>1</a:t>
            </a:r>
          </a:p>
        </p:txBody>
      </p:sp>
      <p:sp>
        <p:nvSpPr>
          <p:cNvPr id="38" name="Text Box 95">
            <a:extLst>
              <a:ext uri="{FF2B5EF4-FFF2-40B4-BE49-F238E27FC236}">
                <a16:creationId xmlns:a16="http://schemas.microsoft.com/office/drawing/2014/main" id="{4B30AD90-D409-8456-CC22-E396E78888EB}"/>
              </a:ext>
            </a:extLst>
          </p:cNvPr>
          <p:cNvSpPr txBox="1">
            <a:spLocks noChangeArrowheads="1"/>
          </p:cNvSpPr>
          <p:nvPr/>
        </p:nvSpPr>
        <p:spPr bwMode="auto">
          <a:xfrm>
            <a:off x="1143000" y="4648200"/>
            <a:ext cx="5334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eaLnBrk="0" hangingPunct="0">
              <a:spcBef>
                <a:spcPct val="50000"/>
              </a:spcBef>
              <a:buClrTx/>
              <a:buSzTx/>
              <a:buNone/>
            </a:pPr>
            <a:r>
              <a:rPr kumimoji="0" lang="en-US" altLang="en-US" sz="1800" dirty="0">
                <a:solidFill>
                  <a:schemeClr val="tx1"/>
                </a:solidFill>
                <a:ea typeface="+mn-ea"/>
              </a:rPr>
              <a:t>0</a:t>
            </a:r>
          </a:p>
        </p:txBody>
      </p:sp>
      <p:sp>
        <p:nvSpPr>
          <p:cNvPr id="39" name="TextBox 38">
            <a:extLst>
              <a:ext uri="{FF2B5EF4-FFF2-40B4-BE49-F238E27FC236}">
                <a16:creationId xmlns:a16="http://schemas.microsoft.com/office/drawing/2014/main" id="{CFC0BD9B-ADB6-9880-5364-E00B1CF5852E}"/>
              </a:ext>
            </a:extLst>
          </p:cNvPr>
          <p:cNvSpPr txBox="1"/>
          <p:nvPr/>
        </p:nvSpPr>
        <p:spPr>
          <a:xfrm>
            <a:off x="9563099" y="2632358"/>
            <a:ext cx="2286001" cy="2585323"/>
          </a:xfrm>
          <a:prstGeom prst="rect">
            <a:avLst/>
          </a:prstGeom>
          <a:noFill/>
        </p:spPr>
        <p:txBody>
          <a:bodyPr wrap="square" rtlCol="0">
            <a:spAutoFit/>
          </a:bodyPr>
          <a:lstStyle/>
          <a:p>
            <a:r>
              <a:rPr lang="en-US" altLang="en-US" b="1" i="1" dirty="0">
                <a:solidFill>
                  <a:srgbClr val="00B050"/>
                </a:solidFill>
              </a:rPr>
              <a:t>e.g., </a:t>
            </a:r>
          </a:p>
          <a:p>
            <a:r>
              <a:rPr lang="en-US" altLang="en-US" b="1" i="1" dirty="0">
                <a:solidFill>
                  <a:srgbClr val="00B050"/>
                </a:solidFill>
                <a:latin typeface="Times New Roman" panose="02020603050405020304" pitchFamily="18" charset="0"/>
                <a:cs typeface="Times New Roman" panose="02020603050405020304" pitchFamily="18" charset="0"/>
              </a:rPr>
              <a:t>h</a:t>
            </a:r>
            <a:r>
              <a:rPr lang="en-US" altLang="en-US" b="1" dirty="0">
                <a:solidFill>
                  <a:srgbClr val="00B050"/>
                </a:solidFill>
              </a:rPr>
              <a:t>(FOOL) </a:t>
            </a:r>
          </a:p>
          <a:p>
            <a:r>
              <a:rPr lang="en-US" altLang="en-US" b="1" dirty="0">
                <a:solidFill>
                  <a:srgbClr val="00B050"/>
                </a:solidFill>
              </a:rPr>
              <a:t>= (6+15+15+12)   </a:t>
            </a:r>
          </a:p>
          <a:p>
            <a:r>
              <a:rPr lang="en-US" altLang="en-US" b="1" dirty="0">
                <a:solidFill>
                  <a:srgbClr val="00B050"/>
                </a:solidFill>
              </a:rPr>
              <a:t>           MOD13 = 9</a:t>
            </a:r>
          </a:p>
          <a:p>
            <a:endParaRPr lang="en-US" altLang="en-US" b="1" i="1" dirty="0">
              <a:solidFill>
                <a:srgbClr val="00B050"/>
              </a:solidFill>
            </a:endParaRPr>
          </a:p>
          <a:p>
            <a:r>
              <a:rPr lang="en-US" altLang="en-US" b="1" i="1" dirty="0">
                <a:solidFill>
                  <a:srgbClr val="00B050"/>
                </a:solidFill>
              </a:rPr>
              <a:t>e.g., search for KID</a:t>
            </a:r>
          </a:p>
          <a:p>
            <a:r>
              <a:rPr lang="en-US" altLang="en-US" b="1" i="1" dirty="0">
                <a:solidFill>
                  <a:srgbClr val="00B050"/>
                </a:solidFill>
                <a:latin typeface="Times New Roman" panose="02020603050405020304" pitchFamily="18" charset="0"/>
                <a:cs typeface="Times New Roman" panose="02020603050405020304" pitchFamily="18" charset="0"/>
              </a:rPr>
              <a:t>h</a:t>
            </a:r>
            <a:r>
              <a:rPr lang="en-US" altLang="en-US" b="1" dirty="0">
                <a:solidFill>
                  <a:srgbClr val="00B050"/>
                </a:solidFill>
              </a:rPr>
              <a:t>(KID) </a:t>
            </a:r>
          </a:p>
          <a:p>
            <a:r>
              <a:rPr lang="en-US" altLang="en-US" b="1" dirty="0">
                <a:solidFill>
                  <a:srgbClr val="00B050"/>
                </a:solidFill>
              </a:rPr>
              <a:t>= (11+9+4) </a:t>
            </a:r>
          </a:p>
          <a:p>
            <a:r>
              <a:rPr lang="en-US" altLang="en-US" b="1" dirty="0">
                <a:solidFill>
                  <a:srgbClr val="00B050"/>
                </a:solidFill>
              </a:rPr>
              <a:t>         MOD13 = 11</a:t>
            </a:r>
            <a:endParaRPr lang="en-US" altLang="en-US" b="1" i="1" dirty="0">
              <a:solidFill>
                <a:srgbClr val="00B050"/>
              </a:solidFill>
            </a:endParaRPr>
          </a:p>
        </p:txBody>
      </p:sp>
    </p:spTree>
    <p:extLst>
      <p:ext uri="{BB962C8B-B14F-4D97-AF65-F5344CB8AC3E}">
        <p14:creationId xmlns:p14="http://schemas.microsoft.com/office/powerpoint/2010/main" val="35017997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title"/>
          </p:nvPr>
        </p:nvSpPr>
        <p:spPr>
          <a:xfrm>
            <a:off x="457200" y="338065"/>
            <a:ext cx="11065008" cy="500137"/>
          </a:xfrm>
          <a:prstGeom prst="rect">
            <a:avLst/>
          </a:prstGeom>
          <a:solidFill>
            <a:schemeClr val="bg1"/>
          </a:solidFill>
          <a:ln>
            <a:noFill/>
          </a:ln>
        </p:spPr>
        <p:txBody>
          <a:bodyPr vert="horz" wrap="square" lIns="0" tIns="0" rIns="0" bIns="0" numCol="1" rtlCol="0" anchor="ctr" anchorCtr="0" compatLnSpc="1">
            <a:prstTxWarp prst="textNoShape">
              <a:avLst/>
            </a:prstTxWarp>
            <a:spAutoFit/>
          </a:bodyPr>
          <a:lstStyle/>
          <a:p>
            <a:pPr marL="11527">
              <a:lnSpc>
                <a:spcPts val="3916"/>
              </a:lnSpc>
            </a:pPr>
            <a:r>
              <a:rPr lang="en-US" sz="3800" b="1" dirty="0">
                <a:solidFill>
                  <a:srgbClr val="0070C0"/>
                </a:solidFill>
              </a:rPr>
              <a:t>Open Hashing (Separate Chaining), Contd.</a:t>
            </a:r>
            <a:endParaRPr sz="3800" b="1" dirty="0">
              <a:solidFill>
                <a:srgbClr val="0070C0"/>
              </a:solidFill>
            </a:endParaRPr>
          </a:p>
        </p:txBody>
      </p:sp>
      <p:sp>
        <p:nvSpPr>
          <p:cNvPr id="3" name="Slide Number Placeholder 2"/>
          <p:cNvSpPr>
            <a:spLocks noGrp="1"/>
          </p:cNvSpPr>
          <p:nvPr>
            <p:ph type="sldNum" sz="quarter" idx="4294967295"/>
          </p:nvPr>
        </p:nvSpPr>
        <p:spPr>
          <a:xfrm>
            <a:off x="8737600" y="6356351"/>
            <a:ext cx="2844800" cy="365125"/>
          </a:xfrm>
          <a:prstGeom prst="rect">
            <a:avLst/>
          </a:prstGeom>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C65781BD-3F4D-4CA7-A858-CE94DEA3B426}" type="slidenum">
              <a:rPr kumimoji="0" lang="en-US" sz="1800" b="0" i="0" u="none" strike="noStrike" kern="1200" cap="none" spc="0" normalizeH="0" baseline="0" noProof="0" smtClean="0">
                <a:ln>
                  <a:noFill/>
                </a:ln>
                <a:solidFill>
                  <a:srgbClr val="000000"/>
                </a:solidFill>
                <a:effectLst/>
                <a:uLnTx/>
                <a:uFillTx/>
                <a:latin typeface="Arial" charset="0"/>
                <a:ea typeface="ＭＳ Ｐゴシック"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23</a:t>
            </a:fld>
            <a:endParaRPr kumimoji="0" lang="en-US" sz="1800" b="0" i="0" u="none" strike="noStrike" kern="1200" cap="none" spc="0" normalizeH="0" baseline="0" noProof="0" dirty="0">
              <a:ln>
                <a:noFill/>
              </a:ln>
              <a:solidFill>
                <a:srgbClr val="000000"/>
              </a:solidFill>
              <a:effectLst/>
              <a:uLnTx/>
              <a:uFillTx/>
              <a:latin typeface="Arial" charset="0"/>
              <a:ea typeface="ＭＳ Ｐゴシック" pitchFamily="34" charset="-128"/>
              <a:cs typeface="+mn-cs"/>
            </a:endParaRPr>
          </a:p>
        </p:txBody>
      </p:sp>
      <p:grpSp>
        <p:nvGrpSpPr>
          <p:cNvPr id="2" name="Group 96">
            <a:extLst>
              <a:ext uri="{FF2B5EF4-FFF2-40B4-BE49-F238E27FC236}">
                <a16:creationId xmlns:a16="http://schemas.microsoft.com/office/drawing/2014/main" id="{BB7F8B09-8C39-AEED-F19C-BE7141790CE3}"/>
              </a:ext>
            </a:extLst>
          </p:cNvPr>
          <p:cNvGrpSpPr>
            <a:grpSpLocks/>
          </p:cNvGrpSpPr>
          <p:nvPr/>
        </p:nvGrpSpPr>
        <p:grpSpPr bwMode="auto">
          <a:xfrm>
            <a:off x="3352800" y="2286000"/>
            <a:ext cx="5334000" cy="3886200"/>
            <a:chOff x="1428" y="1570"/>
            <a:chExt cx="2450" cy="1816"/>
          </a:xfrm>
        </p:grpSpPr>
        <p:sp>
          <p:nvSpPr>
            <p:cNvPr id="4" name="Text Box 3">
              <a:extLst>
                <a:ext uri="{FF2B5EF4-FFF2-40B4-BE49-F238E27FC236}">
                  <a16:creationId xmlns:a16="http://schemas.microsoft.com/office/drawing/2014/main" id="{86B60FC7-A1C6-0661-94C6-493EC5AFD444}"/>
                </a:ext>
              </a:extLst>
            </p:cNvPr>
            <p:cNvSpPr txBox="1">
              <a:spLocks noChangeArrowheads="1"/>
            </p:cNvSpPr>
            <p:nvPr/>
          </p:nvSpPr>
          <p:spPr bwMode="auto">
            <a:xfrm>
              <a:off x="1433" y="1570"/>
              <a:ext cx="129" cy="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spAutoFit/>
            </a:bodyP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spcBef>
                  <a:spcPct val="0"/>
                </a:spcBef>
                <a:buClrTx/>
                <a:buSzTx/>
                <a:buNone/>
              </a:pPr>
              <a:r>
                <a:rPr kumimoji="0" lang="en-US" altLang="en-US" sz="1400" b="0">
                  <a:solidFill>
                    <a:schemeClr val="tx1"/>
                  </a:solidFill>
                  <a:latin typeface="Arial" panose="020B0604020202020204" pitchFamily="34" charset="0"/>
                  <a:ea typeface="MS PGothic" panose="020B0600070205080204" pitchFamily="34" charset="-128"/>
                </a:rPr>
                <a:t>0</a:t>
              </a:r>
            </a:p>
          </p:txBody>
        </p:sp>
        <p:sp>
          <p:nvSpPr>
            <p:cNvPr id="5" name="Text Box 4">
              <a:extLst>
                <a:ext uri="{FF2B5EF4-FFF2-40B4-BE49-F238E27FC236}">
                  <a16:creationId xmlns:a16="http://schemas.microsoft.com/office/drawing/2014/main" id="{90C2FA4D-2160-1F8B-FB2C-A1111BF2AC3E}"/>
                </a:ext>
              </a:extLst>
            </p:cNvPr>
            <p:cNvSpPr txBox="1">
              <a:spLocks noChangeArrowheads="1"/>
            </p:cNvSpPr>
            <p:nvPr/>
          </p:nvSpPr>
          <p:spPr bwMode="auto">
            <a:xfrm>
              <a:off x="1428" y="1752"/>
              <a:ext cx="129" cy="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spAutoFit/>
            </a:bodyP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spcBef>
                  <a:spcPct val="0"/>
                </a:spcBef>
                <a:buClrTx/>
                <a:buSzTx/>
                <a:buNone/>
              </a:pPr>
              <a:r>
                <a:rPr kumimoji="0" lang="en-US" altLang="en-US" sz="1400" b="0">
                  <a:solidFill>
                    <a:schemeClr val="tx1"/>
                  </a:solidFill>
                  <a:latin typeface="Arial" panose="020B0604020202020204" pitchFamily="34" charset="0"/>
                  <a:ea typeface="MS PGothic" panose="020B0600070205080204" pitchFamily="34" charset="-128"/>
                </a:rPr>
                <a:t>1</a:t>
              </a:r>
            </a:p>
          </p:txBody>
        </p:sp>
        <p:sp>
          <p:nvSpPr>
            <p:cNvPr id="7" name="Text Box 5">
              <a:extLst>
                <a:ext uri="{FF2B5EF4-FFF2-40B4-BE49-F238E27FC236}">
                  <a16:creationId xmlns:a16="http://schemas.microsoft.com/office/drawing/2014/main" id="{0560F589-AF2A-8215-A556-B30A8F91C72E}"/>
                </a:ext>
              </a:extLst>
            </p:cNvPr>
            <p:cNvSpPr txBox="1">
              <a:spLocks noChangeArrowheads="1"/>
            </p:cNvSpPr>
            <p:nvPr/>
          </p:nvSpPr>
          <p:spPr bwMode="auto">
            <a:xfrm>
              <a:off x="1428" y="1923"/>
              <a:ext cx="129" cy="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spAutoFit/>
            </a:bodyP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spcBef>
                  <a:spcPct val="0"/>
                </a:spcBef>
                <a:buClrTx/>
                <a:buSzTx/>
                <a:buNone/>
              </a:pPr>
              <a:r>
                <a:rPr kumimoji="0" lang="en-US" altLang="en-US" sz="1400" b="0">
                  <a:solidFill>
                    <a:schemeClr val="tx1"/>
                  </a:solidFill>
                  <a:latin typeface="Arial" panose="020B0604020202020204" pitchFamily="34" charset="0"/>
                  <a:ea typeface="MS PGothic" panose="020B0600070205080204" pitchFamily="34" charset="-128"/>
                </a:rPr>
                <a:t>2</a:t>
              </a:r>
            </a:p>
          </p:txBody>
        </p:sp>
        <p:sp>
          <p:nvSpPr>
            <p:cNvPr id="8" name="Text Box 6">
              <a:extLst>
                <a:ext uri="{FF2B5EF4-FFF2-40B4-BE49-F238E27FC236}">
                  <a16:creationId xmlns:a16="http://schemas.microsoft.com/office/drawing/2014/main" id="{A7CD0290-378B-781D-5F40-649875100293}"/>
                </a:ext>
              </a:extLst>
            </p:cNvPr>
            <p:cNvSpPr txBox="1">
              <a:spLocks noChangeArrowheads="1"/>
            </p:cNvSpPr>
            <p:nvPr/>
          </p:nvSpPr>
          <p:spPr bwMode="auto">
            <a:xfrm>
              <a:off x="1428" y="2104"/>
              <a:ext cx="129" cy="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spAutoFit/>
            </a:bodyP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spcBef>
                  <a:spcPct val="0"/>
                </a:spcBef>
                <a:buClrTx/>
                <a:buSzTx/>
                <a:buNone/>
              </a:pPr>
              <a:r>
                <a:rPr kumimoji="0" lang="en-US" altLang="en-US" sz="1400" b="0">
                  <a:solidFill>
                    <a:schemeClr val="tx1"/>
                  </a:solidFill>
                  <a:latin typeface="Arial" panose="020B0604020202020204" pitchFamily="34" charset="0"/>
                  <a:ea typeface="MS PGothic" panose="020B0600070205080204" pitchFamily="34" charset="-128"/>
                </a:rPr>
                <a:t>3</a:t>
              </a:r>
            </a:p>
          </p:txBody>
        </p:sp>
        <p:sp>
          <p:nvSpPr>
            <p:cNvPr id="10" name="Text Box 7">
              <a:extLst>
                <a:ext uri="{FF2B5EF4-FFF2-40B4-BE49-F238E27FC236}">
                  <a16:creationId xmlns:a16="http://schemas.microsoft.com/office/drawing/2014/main" id="{9DAE4FF9-BDFE-F935-7BEA-5D6761129F02}"/>
                </a:ext>
              </a:extLst>
            </p:cNvPr>
            <p:cNvSpPr txBox="1">
              <a:spLocks noChangeArrowheads="1"/>
            </p:cNvSpPr>
            <p:nvPr/>
          </p:nvSpPr>
          <p:spPr bwMode="auto">
            <a:xfrm>
              <a:off x="1428" y="2286"/>
              <a:ext cx="129" cy="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spAutoFit/>
            </a:bodyP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spcBef>
                  <a:spcPct val="0"/>
                </a:spcBef>
                <a:buClrTx/>
                <a:buSzTx/>
                <a:buNone/>
              </a:pPr>
              <a:r>
                <a:rPr kumimoji="0" lang="en-US" altLang="en-US" sz="1400" b="0">
                  <a:solidFill>
                    <a:schemeClr val="tx1"/>
                  </a:solidFill>
                  <a:latin typeface="Arial" panose="020B0604020202020204" pitchFamily="34" charset="0"/>
                  <a:ea typeface="MS PGothic" panose="020B0600070205080204" pitchFamily="34" charset="-128"/>
                </a:rPr>
                <a:t>4</a:t>
              </a:r>
            </a:p>
          </p:txBody>
        </p:sp>
        <p:sp>
          <p:nvSpPr>
            <p:cNvPr id="11" name="Text Box 8">
              <a:extLst>
                <a:ext uri="{FF2B5EF4-FFF2-40B4-BE49-F238E27FC236}">
                  <a16:creationId xmlns:a16="http://schemas.microsoft.com/office/drawing/2014/main" id="{3AFE405B-2C26-8049-F9BF-D8F59F867D7F}"/>
                </a:ext>
              </a:extLst>
            </p:cNvPr>
            <p:cNvSpPr txBox="1">
              <a:spLocks noChangeArrowheads="1"/>
            </p:cNvSpPr>
            <p:nvPr/>
          </p:nvSpPr>
          <p:spPr bwMode="auto">
            <a:xfrm>
              <a:off x="1428" y="2467"/>
              <a:ext cx="129" cy="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spAutoFit/>
            </a:bodyP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spcBef>
                  <a:spcPct val="0"/>
                </a:spcBef>
                <a:buClrTx/>
                <a:buSzTx/>
                <a:buNone/>
              </a:pPr>
              <a:r>
                <a:rPr kumimoji="0" lang="en-US" altLang="en-US" sz="1400" b="0">
                  <a:solidFill>
                    <a:schemeClr val="tx1"/>
                  </a:solidFill>
                  <a:latin typeface="Arial" panose="020B0604020202020204" pitchFamily="34" charset="0"/>
                  <a:ea typeface="MS PGothic" panose="020B0600070205080204" pitchFamily="34" charset="-128"/>
                </a:rPr>
                <a:t>5</a:t>
              </a:r>
            </a:p>
          </p:txBody>
        </p:sp>
        <p:sp>
          <p:nvSpPr>
            <p:cNvPr id="12" name="Text Box 9">
              <a:extLst>
                <a:ext uri="{FF2B5EF4-FFF2-40B4-BE49-F238E27FC236}">
                  <a16:creationId xmlns:a16="http://schemas.microsoft.com/office/drawing/2014/main" id="{9C4B1C05-275F-5585-C6D3-5F0F73B3EB55}"/>
                </a:ext>
              </a:extLst>
            </p:cNvPr>
            <p:cNvSpPr txBox="1">
              <a:spLocks noChangeArrowheads="1"/>
            </p:cNvSpPr>
            <p:nvPr/>
          </p:nvSpPr>
          <p:spPr bwMode="auto">
            <a:xfrm>
              <a:off x="1428" y="2649"/>
              <a:ext cx="129" cy="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spAutoFit/>
            </a:bodyP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spcBef>
                  <a:spcPct val="0"/>
                </a:spcBef>
                <a:buClrTx/>
                <a:buSzTx/>
                <a:buNone/>
              </a:pPr>
              <a:r>
                <a:rPr kumimoji="0" lang="en-US" altLang="en-US" sz="1400" b="0">
                  <a:solidFill>
                    <a:schemeClr val="tx1"/>
                  </a:solidFill>
                  <a:latin typeface="Arial" panose="020B0604020202020204" pitchFamily="34" charset="0"/>
                  <a:ea typeface="MS PGothic" panose="020B0600070205080204" pitchFamily="34" charset="-128"/>
                </a:rPr>
                <a:t>6</a:t>
              </a:r>
            </a:p>
          </p:txBody>
        </p:sp>
        <p:sp>
          <p:nvSpPr>
            <p:cNvPr id="13" name="Text Box 10">
              <a:extLst>
                <a:ext uri="{FF2B5EF4-FFF2-40B4-BE49-F238E27FC236}">
                  <a16:creationId xmlns:a16="http://schemas.microsoft.com/office/drawing/2014/main" id="{AB5006BA-CB7D-3F02-2C0C-AC5E0C3941F8}"/>
                </a:ext>
              </a:extLst>
            </p:cNvPr>
            <p:cNvSpPr txBox="1">
              <a:spLocks noChangeArrowheads="1"/>
            </p:cNvSpPr>
            <p:nvPr/>
          </p:nvSpPr>
          <p:spPr bwMode="auto">
            <a:xfrm>
              <a:off x="1428" y="2841"/>
              <a:ext cx="129" cy="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spAutoFit/>
            </a:bodyP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spcBef>
                  <a:spcPct val="0"/>
                </a:spcBef>
                <a:buClrTx/>
                <a:buSzTx/>
                <a:buNone/>
              </a:pPr>
              <a:r>
                <a:rPr kumimoji="0" lang="en-US" altLang="en-US" sz="1400" b="0">
                  <a:solidFill>
                    <a:schemeClr val="tx1"/>
                  </a:solidFill>
                  <a:latin typeface="Arial" panose="020B0604020202020204" pitchFamily="34" charset="0"/>
                  <a:ea typeface="MS PGothic" panose="020B0600070205080204" pitchFamily="34" charset="-128"/>
                </a:rPr>
                <a:t>7</a:t>
              </a:r>
            </a:p>
          </p:txBody>
        </p:sp>
        <p:sp>
          <p:nvSpPr>
            <p:cNvPr id="14" name="Text Box 11">
              <a:extLst>
                <a:ext uri="{FF2B5EF4-FFF2-40B4-BE49-F238E27FC236}">
                  <a16:creationId xmlns:a16="http://schemas.microsoft.com/office/drawing/2014/main" id="{146471BE-D363-E9FF-0E9D-97255F8FDF67}"/>
                </a:ext>
              </a:extLst>
            </p:cNvPr>
            <p:cNvSpPr txBox="1">
              <a:spLocks noChangeArrowheads="1"/>
            </p:cNvSpPr>
            <p:nvPr/>
          </p:nvSpPr>
          <p:spPr bwMode="auto">
            <a:xfrm>
              <a:off x="1433" y="3022"/>
              <a:ext cx="129" cy="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spAutoFit/>
            </a:bodyP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spcBef>
                  <a:spcPct val="0"/>
                </a:spcBef>
                <a:buClrTx/>
                <a:buSzTx/>
                <a:buNone/>
              </a:pPr>
              <a:r>
                <a:rPr kumimoji="0" lang="en-US" altLang="en-US" sz="1400" b="0">
                  <a:solidFill>
                    <a:schemeClr val="tx1"/>
                  </a:solidFill>
                  <a:latin typeface="Arial" panose="020B0604020202020204" pitchFamily="34" charset="0"/>
                  <a:ea typeface="MS PGothic" panose="020B0600070205080204" pitchFamily="34" charset="-128"/>
                </a:rPr>
                <a:t>8</a:t>
              </a:r>
            </a:p>
          </p:txBody>
        </p:sp>
        <p:sp>
          <p:nvSpPr>
            <p:cNvPr id="15" name="Text Box 12">
              <a:extLst>
                <a:ext uri="{FF2B5EF4-FFF2-40B4-BE49-F238E27FC236}">
                  <a16:creationId xmlns:a16="http://schemas.microsoft.com/office/drawing/2014/main" id="{48672919-BC61-E6A3-580B-D99CDA3FC16E}"/>
                </a:ext>
              </a:extLst>
            </p:cNvPr>
            <p:cNvSpPr txBox="1">
              <a:spLocks noChangeArrowheads="1"/>
            </p:cNvSpPr>
            <p:nvPr/>
          </p:nvSpPr>
          <p:spPr bwMode="auto">
            <a:xfrm>
              <a:off x="1428" y="3193"/>
              <a:ext cx="129" cy="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spAutoFit/>
            </a:bodyP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spcBef>
                  <a:spcPct val="0"/>
                </a:spcBef>
                <a:buClrTx/>
                <a:buSzTx/>
                <a:buNone/>
              </a:pPr>
              <a:r>
                <a:rPr kumimoji="0" lang="en-US" altLang="en-US" sz="1400" b="0">
                  <a:solidFill>
                    <a:schemeClr val="tx1"/>
                  </a:solidFill>
                  <a:latin typeface="Arial" panose="020B0604020202020204" pitchFamily="34" charset="0"/>
                  <a:ea typeface="MS PGothic" panose="020B0600070205080204" pitchFamily="34" charset="-128"/>
                </a:rPr>
                <a:t>9</a:t>
              </a:r>
            </a:p>
          </p:txBody>
        </p:sp>
        <p:sp>
          <p:nvSpPr>
            <p:cNvPr id="16" name="Rectangle 13">
              <a:extLst>
                <a:ext uri="{FF2B5EF4-FFF2-40B4-BE49-F238E27FC236}">
                  <a16:creationId xmlns:a16="http://schemas.microsoft.com/office/drawing/2014/main" id="{88BE9449-0BAD-DCAE-3DB8-C757525AAF13}"/>
                </a:ext>
              </a:extLst>
            </p:cNvPr>
            <p:cNvSpPr>
              <a:spLocks noChangeArrowheads="1"/>
            </p:cNvSpPr>
            <p:nvPr/>
          </p:nvSpPr>
          <p:spPr bwMode="auto">
            <a:xfrm>
              <a:off x="1609" y="1570"/>
              <a:ext cx="182" cy="182"/>
            </a:xfrm>
            <a:prstGeom prst="rect">
              <a:avLst/>
            </a:prstGeom>
            <a:solidFill>
              <a:schemeClr val="bg1"/>
            </a:solidFill>
            <a:ln w="12700" algn="ctr">
              <a:solidFill>
                <a:schemeClr val="tx1"/>
              </a:solidFill>
              <a:miter lim="800000"/>
              <a:headEnd/>
              <a:tailEnd/>
            </a:ln>
          </p:spPr>
          <p:txBody>
            <a:bodyPr wrap="none" lIns="90000" tIns="46800" rIns="90000" bIns="46800" anchor="ct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spcBef>
                  <a:spcPct val="0"/>
                </a:spcBef>
                <a:buClrTx/>
                <a:buSzTx/>
                <a:buNone/>
              </a:pPr>
              <a:endParaRPr kumimoji="0" lang="tr-TR" altLang="en-US" b="0">
                <a:solidFill>
                  <a:schemeClr val="tx1"/>
                </a:solidFill>
                <a:ea typeface="MS PGothic" panose="020B0600070205080204" pitchFamily="34" charset="-128"/>
              </a:endParaRPr>
            </a:p>
          </p:txBody>
        </p:sp>
        <p:sp>
          <p:nvSpPr>
            <p:cNvPr id="17" name="Rectangle 14">
              <a:extLst>
                <a:ext uri="{FF2B5EF4-FFF2-40B4-BE49-F238E27FC236}">
                  <a16:creationId xmlns:a16="http://schemas.microsoft.com/office/drawing/2014/main" id="{F0A19549-2391-F42A-75A6-0CEC57C111BA}"/>
                </a:ext>
              </a:extLst>
            </p:cNvPr>
            <p:cNvSpPr>
              <a:spLocks noChangeArrowheads="1"/>
            </p:cNvSpPr>
            <p:nvPr/>
          </p:nvSpPr>
          <p:spPr bwMode="auto">
            <a:xfrm>
              <a:off x="1609" y="1751"/>
              <a:ext cx="182" cy="182"/>
            </a:xfrm>
            <a:prstGeom prst="rect">
              <a:avLst/>
            </a:prstGeom>
            <a:solidFill>
              <a:schemeClr val="bg1"/>
            </a:solidFill>
            <a:ln w="12700" algn="ctr">
              <a:solidFill>
                <a:schemeClr val="tx1"/>
              </a:solidFill>
              <a:miter lim="800000"/>
              <a:headEnd/>
              <a:tailEnd/>
            </a:ln>
          </p:spPr>
          <p:txBody>
            <a:bodyPr wrap="none" lIns="90000" tIns="46800" rIns="90000" bIns="46800" anchor="ct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spcBef>
                  <a:spcPct val="0"/>
                </a:spcBef>
                <a:buClrTx/>
                <a:buSzTx/>
                <a:buNone/>
              </a:pPr>
              <a:endParaRPr kumimoji="0" lang="tr-TR" altLang="en-US" b="0">
                <a:solidFill>
                  <a:schemeClr val="tx1"/>
                </a:solidFill>
                <a:ea typeface="MS PGothic" panose="020B0600070205080204" pitchFamily="34" charset="-128"/>
              </a:endParaRPr>
            </a:p>
          </p:txBody>
        </p:sp>
        <p:sp>
          <p:nvSpPr>
            <p:cNvPr id="18" name="Rectangle 15">
              <a:extLst>
                <a:ext uri="{FF2B5EF4-FFF2-40B4-BE49-F238E27FC236}">
                  <a16:creationId xmlns:a16="http://schemas.microsoft.com/office/drawing/2014/main" id="{39D997CA-A295-93E8-4C42-4CD3238D0C29}"/>
                </a:ext>
              </a:extLst>
            </p:cNvPr>
            <p:cNvSpPr>
              <a:spLocks noChangeArrowheads="1"/>
            </p:cNvSpPr>
            <p:nvPr/>
          </p:nvSpPr>
          <p:spPr bwMode="auto">
            <a:xfrm>
              <a:off x="1609" y="1933"/>
              <a:ext cx="182" cy="182"/>
            </a:xfrm>
            <a:prstGeom prst="rect">
              <a:avLst/>
            </a:prstGeom>
            <a:solidFill>
              <a:schemeClr val="bg1"/>
            </a:solidFill>
            <a:ln w="12700" algn="ctr">
              <a:solidFill>
                <a:schemeClr val="tx1"/>
              </a:solidFill>
              <a:miter lim="800000"/>
              <a:headEnd/>
              <a:tailEnd/>
            </a:ln>
          </p:spPr>
          <p:txBody>
            <a:bodyPr wrap="none" lIns="90000" tIns="46800" rIns="90000" bIns="46800" anchor="ct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spcBef>
                  <a:spcPct val="0"/>
                </a:spcBef>
                <a:buClrTx/>
                <a:buSzTx/>
                <a:buNone/>
              </a:pPr>
              <a:endParaRPr kumimoji="0" lang="tr-TR" altLang="en-US" b="0">
                <a:solidFill>
                  <a:schemeClr val="tx1"/>
                </a:solidFill>
                <a:ea typeface="MS PGothic" panose="020B0600070205080204" pitchFamily="34" charset="-128"/>
              </a:endParaRPr>
            </a:p>
          </p:txBody>
        </p:sp>
        <p:sp>
          <p:nvSpPr>
            <p:cNvPr id="19" name="Rectangle 16">
              <a:extLst>
                <a:ext uri="{FF2B5EF4-FFF2-40B4-BE49-F238E27FC236}">
                  <a16:creationId xmlns:a16="http://schemas.microsoft.com/office/drawing/2014/main" id="{374FE946-3A08-F3AC-3F3C-E010741ECD90}"/>
                </a:ext>
              </a:extLst>
            </p:cNvPr>
            <p:cNvSpPr>
              <a:spLocks noChangeArrowheads="1"/>
            </p:cNvSpPr>
            <p:nvPr/>
          </p:nvSpPr>
          <p:spPr bwMode="auto">
            <a:xfrm>
              <a:off x="1609" y="2114"/>
              <a:ext cx="182" cy="182"/>
            </a:xfrm>
            <a:prstGeom prst="rect">
              <a:avLst/>
            </a:prstGeom>
            <a:solidFill>
              <a:schemeClr val="bg1"/>
            </a:solidFill>
            <a:ln w="12700" algn="ctr">
              <a:solidFill>
                <a:schemeClr val="tx1"/>
              </a:solidFill>
              <a:miter lim="800000"/>
              <a:headEnd/>
              <a:tailEnd/>
            </a:ln>
          </p:spPr>
          <p:txBody>
            <a:bodyPr wrap="none" lIns="90000" tIns="46800" rIns="90000" bIns="46800" anchor="ct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spcBef>
                  <a:spcPct val="0"/>
                </a:spcBef>
                <a:buClrTx/>
                <a:buSzTx/>
                <a:buNone/>
              </a:pPr>
              <a:endParaRPr kumimoji="0" lang="tr-TR" altLang="en-US" b="0">
                <a:solidFill>
                  <a:schemeClr val="tx1"/>
                </a:solidFill>
                <a:ea typeface="MS PGothic" panose="020B0600070205080204" pitchFamily="34" charset="-128"/>
              </a:endParaRPr>
            </a:p>
          </p:txBody>
        </p:sp>
        <p:sp>
          <p:nvSpPr>
            <p:cNvPr id="20" name="Rectangle 17">
              <a:extLst>
                <a:ext uri="{FF2B5EF4-FFF2-40B4-BE49-F238E27FC236}">
                  <a16:creationId xmlns:a16="http://schemas.microsoft.com/office/drawing/2014/main" id="{F0088414-DE44-4A86-CD8C-45BB3A1D3768}"/>
                </a:ext>
              </a:extLst>
            </p:cNvPr>
            <p:cNvSpPr>
              <a:spLocks noChangeArrowheads="1"/>
            </p:cNvSpPr>
            <p:nvPr/>
          </p:nvSpPr>
          <p:spPr bwMode="auto">
            <a:xfrm>
              <a:off x="1609" y="2296"/>
              <a:ext cx="182" cy="182"/>
            </a:xfrm>
            <a:prstGeom prst="rect">
              <a:avLst/>
            </a:prstGeom>
            <a:solidFill>
              <a:schemeClr val="bg1"/>
            </a:solidFill>
            <a:ln w="12700" algn="ctr">
              <a:solidFill>
                <a:schemeClr val="tx1"/>
              </a:solidFill>
              <a:miter lim="800000"/>
              <a:headEnd/>
              <a:tailEnd/>
            </a:ln>
          </p:spPr>
          <p:txBody>
            <a:bodyPr wrap="none" lIns="90000" tIns="46800" rIns="90000" bIns="46800" anchor="ct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spcBef>
                  <a:spcPct val="0"/>
                </a:spcBef>
                <a:buClrTx/>
                <a:buSzTx/>
                <a:buNone/>
              </a:pPr>
              <a:endParaRPr kumimoji="0" lang="tr-TR" altLang="en-US" b="0">
                <a:solidFill>
                  <a:schemeClr val="tx1"/>
                </a:solidFill>
                <a:ea typeface="MS PGothic" panose="020B0600070205080204" pitchFamily="34" charset="-128"/>
              </a:endParaRPr>
            </a:p>
          </p:txBody>
        </p:sp>
        <p:sp>
          <p:nvSpPr>
            <p:cNvPr id="21" name="Rectangle 18">
              <a:extLst>
                <a:ext uri="{FF2B5EF4-FFF2-40B4-BE49-F238E27FC236}">
                  <a16:creationId xmlns:a16="http://schemas.microsoft.com/office/drawing/2014/main" id="{4E36C4A6-355D-CD7D-0C81-C7BC6EBCE3EE}"/>
                </a:ext>
              </a:extLst>
            </p:cNvPr>
            <p:cNvSpPr>
              <a:spLocks noChangeArrowheads="1"/>
            </p:cNvSpPr>
            <p:nvPr/>
          </p:nvSpPr>
          <p:spPr bwMode="auto">
            <a:xfrm>
              <a:off x="1609" y="2478"/>
              <a:ext cx="182" cy="182"/>
            </a:xfrm>
            <a:prstGeom prst="rect">
              <a:avLst/>
            </a:prstGeom>
            <a:solidFill>
              <a:schemeClr val="bg1"/>
            </a:solidFill>
            <a:ln w="12700" algn="ctr">
              <a:solidFill>
                <a:schemeClr val="tx1"/>
              </a:solidFill>
              <a:miter lim="800000"/>
              <a:headEnd/>
              <a:tailEnd/>
            </a:ln>
          </p:spPr>
          <p:txBody>
            <a:bodyPr wrap="none" lIns="90000" tIns="46800" rIns="90000" bIns="46800" anchor="ct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spcBef>
                  <a:spcPct val="0"/>
                </a:spcBef>
                <a:buClrTx/>
                <a:buSzTx/>
                <a:buNone/>
              </a:pPr>
              <a:endParaRPr kumimoji="0" lang="tr-TR" altLang="en-US" b="0">
                <a:solidFill>
                  <a:schemeClr val="tx1"/>
                </a:solidFill>
                <a:ea typeface="MS PGothic" panose="020B0600070205080204" pitchFamily="34" charset="-128"/>
              </a:endParaRPr>
            </a:p>
          </p:txBody>
        </p:sp>
        <p:sp>
          <p:nvSpPr>
            <p:cNvPr id="22" name="Rectangle 19">
              <a:extLst>
                <a:ext uri="{FF2B5EF4-FFF2-40B4-BE49-F238E27FC236}">
                  <a16:creationId xmlns:a16="http://schemas.microsoft.com/office/drawing/2014/main" id="{5A604241-A29F-2780-C7F9-8315FC361633}"/>
                </a:ext>
              </a:extLst>
            </p:cNvPr>
            <p:cNvSpPr>
              <a:spLocks noChangeArrowheads="1"/>
            </p:cNvSpPr>
            <p:nvPr/>
          </p:nvSpPr>
          <p:spPr bwMode="auto">
            <a:xfrm>
              <a:off x="1609" y="2659"/>
              <a:ext cx="182" cy="182"/>
            </a:xfrm>
            <a:prstGeom prst="rect">
              <a:avLst/>
            </a:prstGeom>
            <a:solidFill>
              <a:schemeClr val="bg1"/>
            </a:solidFill>
            <a:ln w="12700" algn="ctr">
              <a:solidFill>
                <a:schemeClr val="tx1"/>
              </a:solidFill>
              <a:miter lim="800000"/>
              <a:headEnd/>
              <a:tailEnd/>
            </a:ln>
          </p:spPr>
          <p:txBody>
            <a:bodyPr wrap="none" lIns="90000" tIns="46800" rIns="90000" bIns="46800" anchor="ct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spcBef>
                  <a:spcPct val="0"/>
                </a:spcBef>
                <a:buClrTx/>
                <a:buSzTx/>
                <a:buNone/>
              </a:pPr>
              <a:endParaRPr kumimoji="0" lang="tr-TR" altLang="en-US" b="0">
                <a:solidFill>
                  <a:schemeClr val="tx1"/>
                </a:solidFill>
                <a:ea typeface="MS PGothic" panose="020B0600070205080204" pitchFamily="34" charset="-128"/>
              </a:endParaRPr>
            </a:p>
          </p:txBody>
        </p:sp>
        <p:sp>
          <p:nvSpPr>
            <p:cNvPr id="23" name="Rectangle 20">
              <a:extLst>
                <a:ext uri="{FF2B5EF4-FFF2-40B4-BE49-F238E27FC236}">
                  <a16:creationId xmlns:a16="http://schemas.microsoft.com/office/drawing/2014/main" id="{6BE0A4CC-470A-7172-5A37-910B5E4CA4A2}"/>
                </a:ext>
              </a:extLst>
            </p:cNvPr>
            <p:cNvSpPr>
              <a:spLocks noChangeArrowheads="1"/>
            </p:cNvSpPr>
            <p:nvPr/>
          </p:nvSpPr>
          <p:spPr bwMode="auto">
            <a:xfrm>
              <a:off x="1609" y="2841"/>
              <a:ext cx="182" cy="182"/>
            </a:xfrm>
            <a:prstGeom prst="rect">
              <a:avLst/>
            </a:prstGeom>
            <a:solidFill>
              <a:schemeClr val="bg1"/>
            </a:solidFill>
            <a:ln w="12700" algn="ctr">
              <a:solidFill>
                <a:schemeClr val="tx1"/>
              </a:solidFill>
              <a:miter lim="800000"/>
              <a:headEnd/>
              <a:tailEnd/>
            </a:ln>
          </p:spPr>
          <p:txBody>
            <a:bodyPr wrap="none" lIns="90000" tIns="46800" rIns="90000" bIns="46800" anchor="ct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spcBef>
                  <a:spcPct val="0"/>
                </a:spcBef>
                <a:buClrTx/>
                <a:buSzTx/>
                <a:buNone/>
              </a:pPr>
              <a:endParaRPr kumimoji="0" lang="tr-TR" altLang="en-US" b="0">
                <a:solidFill>
                  <a:schemeClr val="tx1"/>
                </a:solidFill>
                <a:ea typeface="MS PGothic" panose="020B0600070205080204" pitchFamily="34" charset="-128"/>
              </a:endParaRPr>
            </a:p>
          </p:txBody>
        </p:sp>
        <p:sp>
          <p:nvSpPr>
            <p:cNvPr id="24" name="Rectangle 21">
              <a:extLst>
                <a:ext uri="{FF2B5EF4-FFF2-40B4-BE49-F238E27FC236}">
                  <a16:creationId xmlns:a16="http://schemas.microsoft.com/office/drawing/2014/main" id="{CB5F9164-02EE-F2AB-162E-9F312D1EB835}"/>
                </a:ext>
              </a:extLst>
            </p:cNvPr>
            <p:cNvSpPr>
              <a:spLocks noChangeArrowheads="1"/>
            </p:cNvSpPr>
            <p:nvPr/>
          </p:nvSpPr>
          <p:spPr bwMode="auto">
            <a:xfrm>
              <a:off x="1609" y="3022"/>
              <a:ext cx="182" cy="182"/>
            </a:xfrm>
            <a:prstGeom prst="rect">
              <a:avLst/>
            </a:prstGeom>
            <a:solidFill>
              <a:schemeClr val="bg1"/>
            </a:solidFill>
            <a:ln w="12700" algn="ctr">
              <a:solidFill>
                <a:schemeClr val="tx1"/>
              </a:solidFill>
              <a:miter lim="800000"/>
              <a:headEnd/>
              <a:tailEnd/>
            </a:ln>
          </p:spPr>
          <p:txBody>
            <a:bodyPr wrap="none" lIns="90000" tIns="46800" rIns="90000" bIns="46800" anchor="ct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spcBef>
                  <a:spcPct val="0"/>
                </a:spcBef>
                <a:buClrTx/>
                <a:buSzTx/>
                <a:buNone/>
              </a:pPr>
              <a:endParaRPr kumimoji="0" lang="tr-TR" altLang="en-US" b="0">
                <a:solidFill>
                  <a:schemeClr val="tx1"/>
                </a:solidFill>
                <a:ea typeface="MS PGothic" panose="020B0600070205080204" pitchFamily="34" charset="-128"/>
              </a:endParaRPr>
            </a:p>
          </p:txBody>
        </p:sp>
        <p:sp>
          <p:nvSpPr>
            <p:cNvPr id="25" name="Rectangle 22">
              <a:extLst>
                <a:ext uri="{FF2B5EF4-FFF2-40B4-BE49-F238E27FC236}">
                  <a16:creationId xmlns:a16="http://schemas.microsoft.com/office/drawing/2014/main" id="{A2C60FE0-670D-7FA8-50E2-797CFBF87019}"/>
                </a:ext>
              </a:extLst>
            </p:cNvPr>
            <p:cNvSpPr>
              <a:spLocks noChangeArrowheads="1"/>
            </p:cNvSpPr>
            <p:nvPr/>
          </p:nvSpPr>
          <p:spPr bwMode="auto">
            <a:xfrm>
              <a:off x="1609" y="3204"/>
              <a:ext cx="182" cy="182"/>
            </a:xfrm>
            <a:prstGeom prst="rect">
              <a:avLst/>
            </a:prstGeom>
            <a:solidFill>
              <a:schemeClr val="bg1"/>
            </a:solidFill>
            <a:ln w="12700" algn="ctr">
              <a:solidFill>
                <a:schemeClr val="tx1"/>
              </a:solidFill>
              <a:miter lim="800000"/>
              <a:headEnd/>
              <a:tailEnd/>
            </a:ln>
          </p:spPr>
          <p:txBody>
            <a:bodyPr wrap="none" lIns="90000" tIns="46800" rIns="90000" bIns="46800" anchor="ct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spcBef>
                  <a:spcPct val="0"/>
                </a:spcBef>
                <a:buClrTx/>
                <a:buSzTx/>
                <a:buNone/>
              </a:pPr>
              <a:endParaRPr kumimoji="0" lang="tr-TR" altLang="en-US" b="0">
                <a:solidFill>
                  <a:schemeClr val="tx1"/>
                </a:solidFill>
                <a:ea typeface="MS PGothic" panose="020B0600070205080204" pitchFamily="34" charset="-128"/>
              </a:endParaRPr>
            </a:p>
          </p:txBody>
        </p:sp>
        <p:sp>
          <p:nvSpPr>
            <p:cNvPr id="26" name="Rectangle 23">
              <a:extLst>
                <a:ext uri="{FF2B5EF4-FFF2-40B4-BE49-F238E27FC236}">
                  <a16:creationId xmlns:a16="http://schemas.microsoft.com/office/drawing/2014/main" id="{37782CF7-8F41-07A8-B881-A92F3D8D2D04}"/>
                </a:ext>
              </a:extLst>
            </p:cNvPr>
            <p:cNvSpPr>
              <a:spLocks noChangeArrowheads="1"/>
            </p:cNvSpPr>
            <p:nvPr/>
          </p:nvSpPr>
          <p:spPr bwMode="auto">
            <a:xfrm>
              <a:off x="2063" y="1586"/>
              <a:ext cx="363" cy="136"/>
            </a:xfrm>
            <a:prstGeom prst="rect">
              <a:avLst/>
            </a:prstGeom>
            <a:solidFill>
              <a:srgbClr val="EAEAEA"/>
            </a:solidFill>
            <a:ln w="12700" algn="ctr">
              <a:solidFill>
                <a:schemeClr val="tx1"/>
              </a:solidFill>
              <a:miter lim="800000"/>
              <a:headEnd/>
              <a:tailEnd/>
            </a:ln>
          </p:spPr>
          <p:txBody>
            <a:bodyPr wrap="none" lIns="90000" tIns="46800" rIns="90000" bIns="46800" anchor="ct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None/>
              </a:pPr>
              <a:r>
                <a:rPr kumimoji="0" lang="en-US" altLang="en-US" sz="1400" b="0">
                  <a:solidFill>
                    <a:schemeClr val="tx1"/>
                  </a:solidFill>
                  <a:latin typeface="Arial" panose="020B0604020202020204" pitchFamily="34" charset="0"/>
                  <a:ea typeface="MS PGothic" panose="020B0600070205080204" pitchFamily="34" charset="-128"/>
                </a:rPr>
                <a:t>0</a:t>
              </a:r>
            </a:p>
          </p:txBody>
        </p:sp>
        <p:sp>
          <p:nvSpPr>
            <p:cNvPr id="27" name="Rectangle 24">
              <a:extLst>
                <a:ext uri="{FF2B5EF4-FFF2-40B4-BE49-F238E27FC236}">
                  <a16:creationId xmlns:a16="http://schemas.microsoft.com/office/drawing/2014/main" id="{BC29573F-3952-67DA-D9BC-F9C61BBD7887}"/>
                </a:ext>
              </a:extLst>
            </p:cNvPr>
            <p:cNvSpPr>
              <a:spLocks noChangeArrowheads="1"/>
            </p:cNvSpPr>
            <p:nvPr/>
          </p:nvSpPr>
          <p:spPr bwMode="auto">
            <a:xfrm>
              <a:off x="2426" y="1586"/>
              <a:ext cx="182" cy="136"/>
            </a:xfrm>
            <a:prstGeom prst="rect">
              <a:avLst/>
            </a:prstGeom>
            <a:solidFill>
              <a:schemeClr val="bg1"/>
            </a:solidFill>
            <a:ln w="12700" algn="ctr">
              <a:solidFill>
                <a:schemeClr val="tx1"/>
              </a:solidFill>
              <a:miter lim="800000"/>
              <a:headEnd/>
              <a:tailEnd/>
            </a:ln>
          </p:spPr>
          <p:txBody>
            <a:bodyPr wrap="none" lIns="90000" tIns="46800" rIns="90000" bIns="46800" anchor="ct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spcBef>
                  <a:spcPct val="0"/>
                </a:spcBef>
                <a:buClrTx/>
                <a:buSzTx/>
                <a:buNone/>
              </a:pPr>
              <a:endParaRPr kumimoji="0" lang="tr-TR" altLang="en-US" b="0">
                <a:solidFill>
                  <a:schemeClr val="tx1"/>
                </a:solidFill>
                <a:ea typeface="MS PGothic" panose="020B0600070205080204" pitchFamily="34" charset="-128"/>
              </a:endParaRPr>
            </a:p>
          </p:txBody>
        </p:sp>
        <p:sp>
          <p:nvSpPr>
            <p:cNvPr id="28" name="Rectangle 25">
              <a:extLst>
                <a:ext uri="{FF2B5EF4-FFF2-40B4-BE49-F238E27FC236}">
                  <a16:creationId xmlns:a16="http://schemas.microsoft.com/office/drawing/2014/main" id="{7CA48F98-F205-B5FC-6019-5C67DFE9611E}"/>
                </a:ext>
              </a:extLst>
            </p:cNvPr>
            <p:cNvSpPr>
              <a:spLocks noChangeArrowheads="1"/>
            </p:cNvSpPr>
            <p:nvPr/>
          </p:nvSpPr>
          <p:spPr bwMode="auto">
            <a:xfrm>
              <a:off x="2063" y="1773"/>
              <a:ext cx="363" cy="136"/>
            </a:xfrm>
            <a:prstGeom prst="rect">
              <a:avLst/>
            </a:prstGeom>
            <a:solidFill>
              <a:srgbClr val="EAEAEA"/>
            </a:solidFill>
            <a:ln w="12700" algn="ctr">
              <a:solidFill>
                <a:schemeClr val="tx1"/>
              </a:solidFill>
              <a:miter lim="800000"/>
              <a:headEnd/>
              <a:tailEnd/>
            </a:ln>
          </p:spPr>
          <p:txBody>
            <a:bodyPr wrap="none" lIns="90000" tIns="46800" rIns="90000" bIns="46800" anchor="ct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None/>
              </a:pPr>
              <a:r>
                <a:rPr kumimoji="0" lang="en-US" altLang="en-US" sz="1400" b="0">
                  <a:solidFill>
                    <a:schemeClr val="tx1"/>
                  </a:solidFill>
                  <a:latin typeface="Arial" panose="020B0604020202020204" pitchFamily="34" charset="0"/>
                  <a:ea typeface="MS PGothic" panose="020B0600070205080204" pitchFamily="34" charset="-128"/>
                </a:rPr>
                <a:t>81</a:t>
              </a:r>
            </a:p>
          </p:txBody>
        </p:sp>
        <p:sp>
          <p:nvSpPr>
            <p:cNvPr id="29" name="Rectangle 26">
              <a:extLst>
                <a:ext uri="{FF2B5EF4-FFF2-40B4-BE49-F238E27FC236}">
                  <a16:creationId xmlns:a16="http://schemas.microsoft.com/office/drawing/2014/main" id="{0E65AE35-9752-DB41-C72C-9CCA48CA799E}"/>
                </a:ext>
              </a:extLst>
            </p:cNvPr>
            <p:cNvSpPr>
              <a:spLocks noChangeArrowheads="1"/>
            </p:cNvSpPr>
            <p:nvPr/>
          </p:nvSpPr>
          <p:spPr bwMode="auto">
            <a:xfrm>
              <a:off x="2426" y="1773"/>
              <a:ext cx="182" cy="136"/>
            </a:xfrm>
            <a:prstGeom prst="rect">
              <a:avLst/>
            </a:prstGeom>
            <a:solidFill>
              <a:schemeClr val="bg1"/>
            </a:solidFill>
            <a:ln w="12700" algn="ctr">
              <a:solidFill>
                <a:schemeClr val="tx1"/>
              </a:solidFill>
              <a:miter lim="800000"/>
              <a:headEnd/>
              <a:tailEnd/>
            </a:ln>
          </p:spPr>
          <p:txBody>
            <a:bodyPr wrap="none" lIns="90000" tIns="46800" rIns="90000" bIns="46800" anchor="ct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spcBef>
                  <a:spcPct val="0"/>
                </a:spcBef>
                <a:buClrTx/>
                <a:buSzTx/>
                <a:buNone/>
              </a:pPr>
              <a:endParaRPr kumimoji="0" lang="tr-TR" altLang="en-US" b="0">
                <a:solidFill>
                  <a:schemeClr val="tx1"/>
                </a:solidFill>
                <a:ea typeface="MS PGothic" panose="020B0600070205080204" pitchFamily="34" charset="-128"/>
              </a:endParaRPr>
            </a:p>
          </p:txBody>
        </p:sp>
        <p:sp>
          <p:nvSpPr>
            <p:cNvPr id="30" name="Rectangle 27">
              <a:extLst>
                <a:ext uri="{FF2B5EF4-FFF2-40B4-BE49-F238E27FC236}">
                  <a16:creationId xmlns:a16="http://schemas.microsoft.com/office/drawing/2014/main" id="{83B08788-B30F-921D-AB63-91E0E7424316}"/>
                </a:ext>
              </a:extLst>
            </p:cNvPr>
            <p:cNvSpPr>
              <a:spLocks noChangeArrowheads="1"/>
            </p:cNvSpPr>
            <p:nvPr/>
          </p:nvSpPr>
          <p:spPr bwMode="auto">
            <a:xfrm>
              <a:off x="2969" y="1776"/>
              <a:ext cx="363" cy="136"/>
            </a:xfrm>
            <a:prstGeom prst="rect">
              <a:avLst/>
            </a:prstGeom>
            <a:solidFill>
              <a:srgbClr val="EAEAEA"/>
            </a:solidFill>
            <a:ln w="12700" algn="ctr">
              <a:solidFill>
                <a:schemeClr val="tx1"/>
              </a:solidFill>
              <a:miter lim="800000"/>
              <a:headEnd/>
              <a:tailEnd/>
            </a:ln>
          </p:spPr>
          <p:txBody>
            <a:bodyPr wrap="none" lIns="90000" tIns="46800" rIns="90000" bIns="46800" anchor="ct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None/>
              </a:pPr>
              <a:r>
                <a:rPr kumimoji="0" lang="en-US" altLang="en-US" sz="1400" b="0">
                  <a:solidFill>
                    <a:schemeClr val="tx1"/>
                  </a:solidFill>
                  <a:latin typeface="Arial" panose="020B0604020202020204" pitchFamily="34" charset="0"/>
                  <a:ea typeface="MS PGothic" panose="020B0600070205080204" pitchFamily="34" charset="-128"/>
                </a:rPr>
                <a:t>1</a:t>
              </a:r>
            </a:p>
          </p:txBody>
        </p:sp>
        <p:sp>
          <p:nvSpPr>
            <p:cNvPr id="31" name="Rectangle 28">
              <a:extLst>
                <a:ext uri="{FF2B5EF4-FFF2-40B4-BE49-F238E27FC236}">
                  <a16:creationId xmlns:a16="http://schemas.microsoft.com/office/drawing/2014/main" id="{C1D1B561-2051-DCEF-9C94-E93DE1066618}"/>
                </a:ext>
              </a:extLst>
            </p:cNvPr>
            <p:cNvSpPr>
              <a:spLocks noChangeArrowheads="1"/>
            </p:cNvSpPr>
            <p:nvPr/>
          </p:nvSpPr>
          <p:spPr bwMode="auto">
            <a:xfrm>
              <a:off x="3332" y="1776"/>
              <a:ext cx="182" cy="136"/>
            </a:xfrm>
            <a:prstGeom prst="rect">
              <a:avLst/>
            </a:prstGeom>
            <a:solidFill>
              <a:schemeClr val="bg1"/>
            </a:solidFill>
            <a:ln w="12700" algn="ctr">
              <a:solidFill>
                <a:schemeClr val="tx1"/>
              </a:solidFill>
              <a:miter lim="800000"/>
              <a:headEnd/>
              <a:tailEnd/>
            </a:ln>
          </p:spPr>
          <p:txBody>
            <a:bodyPr wrap="none" lIns="90000" tIns="46800" rIns="90000" bIns="46800" anchor="ct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spcBef>
                  <a:spcPct val="0"/>
                </a:spcBef>
                <a:buClrTx/>
                <a:buSzTx/>
                <a:buNone/>
              </a:pPr>
              <a:endParaRPr kumimoji="0" lang="tr-TR" altLang="en-US" b="0">
                <a:solidFill>
                  <a:schemeClr val="tx1"/>
                </a:solidFill>
                <a:ea typeface="MS PGothic" panose="020B0600070205080204" pitchFamily="34" charset="-128"/>
              </a:endParaRPr>
            </a:p>
          </p:txBody>
        </p:sp>
        <p:sp>
          <p:nvSpPr>
            <p:cNvPr id="32" name="Line 29">
              <a:extLst>
                <a:ext uri="{FF2B5EF4-FFF2-40B4-BE49-F238E27FC236}">
                  <a16:creationId xmlns:a16="http://schemas.microsoft.com/office/drawing/2014/main" id="{7C2B7576-C9A9-8653-78CE-38843A756294}"/>
                </a:ext>
              </a:extLst>
            </p:cNvPr>
            <p:cNvSpPr>
              <a:spLocks noChangeShapeType="1"/>
            </p:cNvSpPr>
            <p:nvPr/>
          </p:nvSpPr>
          <p:spPr bwMode="auto">
            <a:xfrm>
              <a:off x="1700" y="1843"/>
              <a:ext cx="363" cy="0"/>
            </a:xfrm>
            <a:prstGeom prst="line">
              <a:avLst/>
            </a:prstGeom>
            <a:noFill/>
            <a:ln w="12700">
              <a:solidFill>
                <a:schemeClr val="tx1"/>
              </a:solidFill>
              <a:round/>
              <a:headEnd type="oval" w="med" len="med"/>
              <a:tailEnd type="triangle" w="med" len="med"/>
            </a:ln>
            <a:extLst>
              <a:ext uri="{909E8E84-426E-40DD-AFC4-6F175D3DCCD1}">
                <a14:hiddenFill xmlns:a14="http://schemas.microsoft.com/office/drawing/2010/main">
                  <a:noFill/>
                </a14:hiddenFill>
              </a:ext>
            </a:extLst>
          </p:spPr>
          <p:txBody>
            <a:bodyPr wrap="none" lIns="90000" tIns="46800" rIns="90000" bIns="46800" anchor="ctr"/>
            <a:lstStyle/>
            <a:p>
              <a:pPr eaLnBrk="0" hangingPunct="0"/>
              <a:endParaRPr lang="en-US" sz="2400">
                <a:latin typeface="Times New Roman" panose="02020603050405020304" pitchFamily="18" charset="0"/>
                <a:ea typeface="+mn-ea"/>
              </a:endParaRPr>
            </a:p>
          </p:txBody>
        </p:sp>
        <p:sp>
          <p:nvSpPr>
            <p:cNvPr id="33" name="Line 30">
              <a:extLst>
                <a:ext uri="{FF2B5EF4-FFF2-40B4-BE49-F238E27FC236}">
                  <a16:creationId xmlns:a16="http://schemas.microsoft.com/office/drawing/2014/main" id="{87DA341D-0BED-FA42-7080-71519D9A7FD8}"/>
                </a:ext>
              </a:extLst>
            </p:cNvPr>
            <p:cNvSpPr>
              <a:spLocks noChangeShapeType="1"/>
            </p:cNvSpPr>
            <p:nvPr/>
          </p:nvSpPr>
          <p:spPr bwMode="auto">
            <a:xfrm>
              <a:off x="2607" y="1843"/>
              <a:ext cx="363" cy="0"/>
            </a:xfrm>
            <a:prstGeom prst="line">
              <a:avLst/>
            </a:prstGeom>
            <a:noFill/>
            <a:ln w="12700">
              <a:solidFill>
                <a:schemeClr val="tx1"/>
              </a:solidFill>
              <a:round/>
              <a:headEnd type="oval" w="med" len="med"/>
              <a:tailEnd type="triangle" w="med" len="med"/>
            </a:ln>
            <a:extLst>
              <a:ext uri="{909E8E84-426E-40DD-AFC4-6F175D3DCCD1}">
                <a14:hiddenFill xmlns:a14="http://schemas.microsoft.com/office/drawing/2010/main">
                  <a:noFill/>
                </a14:hiddenFill>
              </a:ext>
            </a:extLst>
          </p:spPr>
          <p:txBody>
            <a:bodyPr wrap="none" lIns="90000" tIns="46800" rIns="90000" bIns="46800" anchor="ctr"/>
            <a:lstStyle/>
            <a:p>
              <a:pPr eaLnBrk="0" hangingPunct="0"/>
              <a:endParaRPr lang="en-US" sz="2400">
                <a:latin typeface="Times New Roman" panose="02020603050405020304" pitchFamily="18" charset="0"/>
                <a:ea typeface="+mn-ea"/>
              </a:endParaRPr>
            </a:p>
          </p:txBody>
        </p:sp>
        <p:sp>
          <p:nvSpPr>
            <p:cNvPr id="34" name="Line 31">
              <a:extLst>
                <a:ext uri="{FF2B5EF4-FFF2-40B4-BE49-F238E27FC236}">
                  <a16:creationId xmlns:a16="http://schemas.microsoft.com/office/drawing/2014/main" id="{EFE2E363-5889-11C7-75FF-7F1AEF054241}"/>
                </a:ext>
              </a:extLst>
            </p:cNvPr>
            <p:cNvSpPr>
              <a:spLocks noChangeShapeType="1"/>
            </p:cNvSpPr>
            <p:nvPr/>
          </p:nvSpPr>
          <p:spPr bwMode="auto">
            <a:xfrm>
              <a:off x="1700" y="1656"/>
              <a:ext cx="363" cy="0"/>
            </a:xfrm>
            <a:prstGeom prst="line">
              <a:avLst/>
            </a:prstGeom>
            <a:noFill/>
            <a:ln w="12700">
              <a:solidFill>
                <a:schemeClr val="tx1"/>
              </a:solidFill>
              <a:round/>
              <a:headEnd type="oval" w="med" len="med"/>
              <a:tailEnd type="triangle" w="med" len="med"/>
            </a:ln>
            <a:extLst>
              <a:ext uri="{909E8E84-426E-40DD-AFC4-6F175D3DCCD1}">
                <a14:hiddenFill xmlns:a14="http://schemas.microsoft.com/office/drawing/2010/main">
                  <a:noFill/>
                </a14:hiddenFill>
              </a:ext>
            </a:extLst>
          </p:spPr>
          <p:txBody>
            <a:bodyPr wrap="none" lIns="90000" tIns="46800" rIns="90000" bIns="46800" anchor="ctr"/>
            <a:lstStyle/>
            <a:p>
              <a:pPr eaLnBrk="0" hangingPunct="0"/>
              <a:endParaRPr lang="en-US" sz="2400">
                <a:latin typeface="Times New Roman" panose="02020603050405020304" pitchFamily="18" charset="0"/>
                <a:ea typeface="+mn-ea"/>
              </a:endParaRPr>
            </a:p>
          </p:txBody>
        </p:sp>
        <p:sp>
          <p:nvSpPr>
            <p:cNvPr id="35" name="Rectangle 32">
              <a:extLst>
                <a:ext uri="{FF2B5EF4-FFF2-40B4-BE49-F238E27FC236}">
                  <a16:creationId xmlns:a16="http://schemas.microsoft.com/office/drawing/2014/main" id="{15ADE55E-6FDC-6FA4-A11B-D8181A805481}"/>
                </a:ext>
              </a:extLst>
            </p:cNvPr>
            <p:cNvSpPr>
              <a:spLocks noChangeArrowheads="1"/>
            </p:cNvSpPr>
            <p:nvPr/>
          </p:nvSpPr>
          <p:spPr bwMode="auto">
            <a:xfrm>
              <a:off x="1609" y="2296"/>
              <a:ext cx="182" cy="182"/>
            </a:xfrm>
            <a:prstGeom prst="rect">
              <a:avLst/>
            </a:prstGeom>
            <a:solidFill>
              <a:schemeClr val="bg1"/>
            </a:solidFill>
            <a:ln w="12700" algn="ctr">
              <a:solidFill>
                <a:schemeClr val="tx1"/>
              </a:solidFill>
              <a:miter lim="800000"/>
              <a:headEnd/>
              <a:tailEnd/>
            </a:ln>
          </p:spPr>
          <p:txBody>
            <a:bodyPr wrap="none" lIns="90000" tIns="46800" rIns="90000" bIns="46800" anchor="ct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spcBef>
                  <a:spcPct val="0"/>
                </a:spcBef>
                <a:buClrTx/>
                <a:buSzTx/>
                <a:buNone/>
              </a:pPr>
              <a:endParaRPr kumimoji="0" lang="tr-TR" altLang="en-US" b="0">
                <a:solidFill>
                  <a:schemeClr val="tx1"/>
                </a:solidFill>
                <a:ea typeface="MS PGothic" panose="020B0600070205080204" pitchFamily="34" charset="-128"/>
              </a:endParaRPr>
            </a:p>
          </p:txBody>
        </p:sp>
        <p:sp>
          <p:nvSpPr>
            <p:cNvPr id="36" name="Rectangle 33">
              <a:extLst>
                <a:ext uri="{FF2B5EF4-FFF2-40B4-BE49-F238E27FC236}">
                  <a16:creationId xmlns:a16="http://schemas.microsoft.com/office/drawing/2014/main" id="{4653698D-FC02-D156-07C7-AFACDFA4D8E0}"/>
                </a:ext>
              </a:extLst>
            </p:cNvPr>
            <p:cNvSpPr>
              <a:spLocks noChangeArrowheads="1"/>
            </p:cNvSpPr>
            <p:nvPr/>
          </p:nvSpPr>
          <p:spPr bwMode="auto">
            <a:xfrm>
              <a:off x="2063" y="2318"/>
              <a:ext cx="363" cy="136"/>
            </a:xfrm>
            <a:prstGeom prst="rect">
              <a:avLst/>
            </a:prstGeom>
            <a:solidFill>
              <a:srgbClr val="EAEAEA"/>
            </a:solidFill>
            <a:ln w="12700" algn="ctr">
              <a:solidFill>
                <a:schemeClr val="tx1"/>
              </a:solidFill>
              <a:miter lim="800000"/>
              <a:headEnd/>
              <a:tailEnd/>
            </a:ln>
          </p:spPr>
          <p:txBody>
            <a:bodyPr wrap="none" lIns="90000" tIns="46800" rIns="90000" bIns="46800" anchor="ct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None/>
              </a:pPr>
              <a:r>
                <a:rPr kumimoji="0" lang="en-US" altLang="en-US" sz="1400" b="0">
                  <a:solidFill>
                    <a:schemeClr val="tx1"/>
                  </a:solidFill>
                  <a:latin typeface="Arial" panose="020B0604020202020204" pitchFamily="34" charset="0"/>
                  <a:ea typeface="MS PGothic" panose="020B0600070205080204" pitchFamily="34" charset="-128"/>
                </a:rPr>
                <a:t>64</a:t>
              </a:r>
            </a:p>
          </p:txBody>
        </p:sp>
        <p:sp>
          <p:nvSpPr>
            <p:cNvPr id="37" name="Rectangle 34">
              <a:extLst>
                <a:ext uri="{FF2B5EF4-FFF2-40B4-BE49-F238E27FC236}">
                  <a16:creationId xmlns:a16="http://schemas.microsoft.com/office/drawing/2014/main" id="{C9804C78-834B-D95C-C600-04352655F87F}"/>
                </a:ext>
              </a:extLst>
            </p:cNvPr>
            <p:cNvSpPr>
              <a:spLocks noChangeArrowheads="1"/>
            </p:cNvSpPr>
            <p:nvPr/>
          </p:nvSpPr>
          <p:spPr bwMode="auto">
            <a:xfrm>
              <a:off x="2426" y="2318"/>
              <a:ext cx="182" cy="136"/>
            </a:xfrm>
            <a:prstGeom prst="rect">
              <a:avLst/>
            </a:prstGeom>
            <a:solidFill>
              <a:schemeClr val="bg1"/>
            </a:solidFill>
            <a:ln w="12700" algn="ctr">
              <a:solidFill>
                <a:schemeClr val="tx1"/>
              </a:solidFill>
              <a:miter lim="800000"/>
              <a:headEnd/>
              <a:tailEnd/>
            </a:ln>
          </p:spPr>
          <p:txBody>
            <a:bodyPr wrap="none" lIns="90000" tIns="46800" rIns="90000" bIns="46800" anchor="ct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spcBef>
                  <a:spcPct val="0"/>
                </a:spcBef>
                <a:buClrTx/>
                <a:buSzTx/>
                <a:buNone/>
              </a:pPr>
              <a:endParaRPr kumimoji="0" lang="tr-TR" altLang="en-US" b="0">
                <a:solidFill>
                  <a:schemeClr val="tx1"/>
                </a:solidFill>
                <a:ea typeface="MS PGothic" panose="020B0600070205080204" pitchFamily="34" charset="-128"/>
              </a:endParaRPr>
            </a:p>
          </p:txBody>
        </p:sp>
        <p:sp>
          <p:nvSpPr>
            <p:cNvPr id="38" name="Rectangle 35">
              <a:extLst>
                <a:ext uri="{FF2B5EF4-FFF2-40B4-BE49-F238E27FC236}">
                  <a16:creationId xmlns:a16="http://schemas.microsoft.com/office/drawing/2014/main" id="{B2052366-EE01-1FC9-0F0E-743741309953}"/>
                </a:ext>
              </a:extLst>
            </p:cNvPr>
            <p:cNvSpPr>
              <a:spLocks noChangeArrowheads="1"/>
            </p:cNvSpPr>
            <p:nvPr/>
          </p:nvSpPr>
          <p:spPr bwMode="auto">
            <a:xfrm>
              <a:off x="2969" y="2321"/>
              <a:ext cx="363" cy="136"/>
            </a:xfrm>
            <a:prstGeom prst="rect">
              <a:avLst/>
            </a:prstGeom>
            <a:solidFill>
              <a:srgbClr val="EAEAEA"/>
            </a:solidFill>
            <a:ln w="12700" algn="ctr">
              <a:solidFill>
                <a:schemeClr val="tx1"/>
              </a:solidFill>
              <a:miter lim="800000"/>
              <a:headEnd/>
              <a:tailEnd/>
            </a:ln>
          </p:spPr>
          <p:txBody>
            <a:bodyPr wrap="none" lIns="90000" tIns="46800" rIns="90000" bIns="46800" anchor="ct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None/>
              </a:pPr>
              <a:r>
                <a:rPr kumimoji="0" lang="en-US" altLang="en-US" sz="1400" b="0">
                  <a:solidFill>
                    <a:schemeClr val="tx1"/>
                  </a:solidFill>
                  <a:latin typeface="Arial" panose="020B0604020202020204" pitchFamily="34" charset="0"/>
                  <a:ea typeface="MS PGothic" panose="020B0600070205080204" pitchFamily="34" charset="-128"/>
                </a:rPr>
                <a:t>4</a:t>
              </a:r>
            </a:p>
          </p:txBody>
        </p:sp>
        <p:sp>
          <p:nvSpPr>
            <p:cNvPr id="39" name="Rectangle 36">
              <a:extLst>
                <a:ext uri="{FF2B5EF4-FFF2-40B4-BE49-F238E27FC236}">
                  <a16:creationId xmlns:a16="http://schemas.microsoft.com/office/drawing/2014/main" id="{EF321867-ACB8-40E1-EF21-9C096A5C4837}"/>
                </a:ext>
              </a:extLst>
            </p:cNvPr>
            <p:cNvSpPr>
              <a:spLocks noChangeArrowheads="1"/>
            </p:cNvSpPr>
            <p:nvPr/>
          </p:nvSpPr>
          <p:spPr bwMode="auto">
            <a:xfrm>
              <a:off x="3332" y="2321"/>
              <a:ext cx="182" cy="136"/>
            </a:xfrm>
            <a:prstGeom prst="rect">
              <a:avLst/>
            </a:prstGeom>
            <a:solidFill>
              <a:schemeClr val="bg1"/>
            </a:solidFill>
            <a:ln w="12700" algn="ctr">
              <a:solidFill>
                <a:schemeClr val="tx1"/>
              </a:solidFill>
              <a:miter lim="800000"/>
              <a:headEnd/>
              <a:tailEnd/>
            </a:ln>
          </p:spPr>
          <p:txBody>
            <a:bodyPr wrap="none" lIns="90000" tIns="46800" rIns="90000" bIns="46800" anchor="ct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spcBef>
                  <a:spcPct val="0"/>
                </a:spcBef>
                <a:buClrTx/>
                <a:buSzTx/>
                <a:buNone/>
              </a:pPr>
              <a:endParaRPr kumimoji="0" lang="tr-TR" altLang="en-US" b="0">
                <a:solidFill>
                  <a:schemeClr val="tx1"/>
                </a:solidFill>
                <a:ea typeface="MS PGothic" panose="020B0600070205080204" pitchFamily="34" charset="-128"/>
              </a:endParaRPr>
            </a:p>
          </p:txBody>
        </p:sp>
        <p:sp>
          <p:nvSpPr>
            <p:cNvPr id="40" name="Line 37">
              <a:extLst>
                <a:ext uri="{FF2B5EF4-FFF2-40B4-BE49-F238E27FC236}">
                  <a16:creationId xmlns:a16="http://schemas.microsoft.com/office/drawing/2014/main" id="{DCBA64BC-2146-214C-A879-52BAE35AAD81}"/>
                </a:ext>
              </a:extLst>
            </p:cNvPr>
            <p:cNvSpPr>
              <a:spLocks noChangeShapeType="1"/>
            </p:cNvSpPr>
            <p:nvPr/>
          </p:nvSpPr>
          <p:spPr bwMode="auto">
            <a:xfrm>
              <a:off x="1700" y="2388"/>
              <a:ext cx="363" cy="0"/>
            </a:xfrm>
            <a:prstGeom prst="line">
              <a:avLst/>
            </a:prstGeom>
            <a:noFill/>
            <a:ln w="12700">
              <a:solidFill>
                <a:schemeClr val="tx1"/>
              </a:solidFill>
              <a:round/>
              <a:headEnd type="oval" w="med" len="med"/>
              <a:tailEnd type="triangle" w="med" len="med"/>
            </a:ln>
            <a:extLst>
              <a:ext uri="{909E8E84-426E-40DD-AFC4-6F175D3DCCD1}">
                <a14:hiddenFill xmlns:a14="http://schemas.microsoft.com/office/drawing/2010/main">
                  <a:noFill/>
                </a14:hiddenFill>
              </a:ext>
            </a:extLst>
          </p:spPr>
          <p:txBody>
            <a:bodyPr wrap="none" lIns="90000" tIns="46800" rIns="90000" bIns="46800" anchor="ctr"/>
            <a:lstStyle/>
            <a:p>
              <a:pPr eaLnBrk="0" hangingPunct="0"/>
              <a:endParaRPr lang="en-US" sz="2400">
                <a:latin typeface="Times New Roman" panose="02020603050405020304" pitchFamily="18" charset="0"/>
                <a:ea typeface="+mn-ea"/>
              </a:endParaRPr>
            </a:p>
          </p:txBody>
        </p:sp>
        <p:sp>
          <p:nvSpPr>
            <p:cNvPr id="41" name="Line 38">
              <a:extLst>
                <a:ext uri="{FF2B5EF4-FFF2-40B4-BE49-F238E27FC236}">
                  <a16:creationId xmlns:a16="http://schemas.microsoft.com/office/drawing/2014/main" id="{67E30A49-C8B1-F789-A946-D6E4967986ED}"/>
                </a:ext>
              </a:extLst>
            </p:cNvPr>
            <p:cNvSpPr>
              <a:spLocks noChangeShapeType="1"/>
            </p:cNvSpPr>
            <p:nvPr/>
          </p:nvSpPr>
          <p:spPr bwMode="auto">
            <a:xfrm>
              <a:off x="2607" y="2388"/>
              <a:ext cx="363" cy="0"/>
            </a:xfrm>
            <a:prstGeom prst="line">
              <a:avLst/>
            </a:prstGeom>
            <a:noFill/>
            <a:ln w="12700">
              <a:solidFill>
                <a:schemeClr val="tx1"/>
              </a:solidFill>
              <a:round/>
              <a:headEnd type="oval" w="med" len="med"/>
              <a:tailEnd type="triangle" w="med" len="med"/>
            </a:ln>
            <a:extLst>
              <a:ext uri="{909E8E84-426E-40DD-AFC4-6F175D3DCCD1}">
                <a14:hiddenFill xmlns:a14="http://schemas.microsoft.com/office/drawing/2010/main">
                  <a:noFill/>
                </a14:hiddenFill>
              </a:ext>
            </a:extLst>
          </p:spPr>
          <p:txBody>
            <a:bodyPr wrap="none" lIns="90000" tIns="46800" rIns="90000" bIns="46800" anchor="ctr"/>
            <a:lstStyle/>
            <a:p>
              <a:pPr eaLnBrk="0" hangingPunct="0"/>
              <a:endParaRPr lang="en-US" sz="2400">
                <a:latin typeface="Times New Roman" panose="02020603050405020304" pitchFamily="18" charset="0"/>
                <a:ea typeface="+mn-ea"/>
              </a:endParaRPr>
            </a:p>
          </p:txBody>
        </p:sp>
        <p:sp>
          <p:nvSpPr>
            <p:cNvPr id="42" name="Rectangle 39">
              <a:extLst>
                <a:ext uri="{FF2B5EF4-FFF2-40B4-BE49-F238E27FC236}">
                  <a16:creationId xmlns:a16="http://schemas.microsoft.com/office/drawing/2014/main" id="{D871D7AF-DC50-4CA2-C547-0939B6DC9F22}"/>
                </a:ext>
              </a:extLst>
            </p:cNvPr>
            <p:cNvSpPr>
              <a:spLocks noChangeArrowheads="1"/>
            </p:cNvSpPr>
            <p:nvPr/>
          </p:nvSpPr>
          <p:spPr bwMode="auto">
            <a:xfrm>
              <a:off x="2063" y="2502"/>
              <a:ext cx="363" cy="136"/>
            </a:xfrm>
            <a:prstGeom prst="rect">
              <a:avLst/>
            </a:prstGeom>
            <a:solidFill>
              <a:srgbClr val="EAEAEA"/>
            </a:solidFill>
            <a:ln w="12700" algn="ctr">
              <a:solidFill>
                <a:schemeClr val="tx1"/>
              </a:solidFill>
              <a:miter lim="800000"/>
              <a:headEnd/>
              <a:tailEnd/>
            </a:ln>
          </p:spPr>
          <p:txBody>
            <a:bodyPr wrap="none" lIns="90000" tIns="46800" rIns="90000" bIns="46800" anchor="ct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None/>
              </a:pPr>
              <a:r>
                <a:rPr kumimoji="0" lang="en-US" altLang="en-US" sz="1400" b="0">
                  <a:solidFill>
                    <a:schemeClr val="tx1"/>
                  </a:solidFill>
                  <a:latin typeface="Arial" panose="020B0604020202020204" pitchFamily="34" charset="0"/>
                  <a:ea typeface="MS PGothic" panose="020B0600070205080204" pitchFamily="34" charset="-128"/>
                </a:rPr>
                <a:t>25</a:t>
              </a:r>
            </a:p>
          </p:txBody>
        </p:sp>
        <p:sp>
          <p:nvSpPr>
            <p:cNvPr id="43" name="Rectangle 40">
              <a:extLst>
                <a:ext uri="{FF2B5EF4-FFF2-40B4-BE49-F238E27FC236}">
                  <a16:creationId xmlns:a16="http://schemas.microsoft.com/office/drawing/2014/main" id="{4B903E70-15EE-E070-D958-5BC25DE20C55}"/>
                </a:ext>
              </a:extLst>
            </p:cNvPr>
            <p:cNvSpPr>
              <a:spLocks noChangeArrowheads="1"/>
            </p:cNvSpPr>
            <p:nvPr/>
          </p:nvSpPr>
          <p:spPr bwMode="auto">
            <a:xfrm>
              <a:off x="2426" y="2502"/>
              <a:ext cx="182" cy="136"/>
            </a:xfrm>
            <a:prstGeom prst="rect">
              <a:avLst/>
            </a:prstGeom>
            <a:solidFill>
              <a:schemeClr val="bg1"/>
            </a:solidFill>
            <a:ln w="12700" algn="ctr">
              <a:solidFill>
                <a:schemeClr val="tx1"/>
              </a:solidFill>
              <a:miter lim="800000"/>
              <a:headEnd/>
              <a:tailEnd/>
            </a:ln>
          </p:spPr>
          <p:txBody>
            <a:bodyPr wrap="none" lIns="90000" tIns="46800" rIns="90000" bIns="46800" anchor="ct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spcBef>
                  <a:spcPct val="0"/>
                </a:spcBef>
                <a:buClrTx/>
                <a:buSzTx/>
                <a:buNone/>
              </a:pPr>
              <a:endParaRPr kumimoji="0" lang="tr-TR" altLang="en-US" b="0">
                <a:solidFill>
                  <a:schemeClr val="tx1"/>
                </a:solidFill>
                <a:ea typeface="MS PGothic" panose="020B0600070205080204" pitchFamily="34" charset="-128"/>
              </a:endParaRPr>
            </a:p>
          </p:txBody>
        </p:sp>
        <p:sp>
          <p:nvSpPr>
            <p:cNvPr id="44" name="Line 41">
              <a:extLst>
                <a:ext uri="{FF2B5EF4-FFF2-40B4-BE49-F238E27FC236}">
                  <a16:creationId xmlns:a16="http://schemas.microsoft.com/office/drawing/2014/main" id="{1BAFB774-16DB-E907-4AF9-A41D5013BE07}"/>
                </a:ext>
              </a:extLst>
            </p:cNvPr>
            <p:cNvSpPr>
              <a:spLocks noChangeShapeType="1"/>
            </p:cNvSpPr>
            <p:nvPr/>
          </p:nvSpPr>
          <p:spPr bwMode="auto">
            <a:xfrm>
              <a:off x="1700" y="2572"/>
              <a:ext cx="363" cy="0"/>
            </a:xfrm>
            <a:prstGeom prst="line">
              <a:avLst/>
            </a:prstGeom>
            <a:noFill/>
            <a:ln w="12700">
              <a:solidFill>
                <a:schemeClr val="tx1"/>
              </a:solidFill>
              <a:round/>
              <a:headEnd type="oval" w="med" len="med"/>
              <a:tailEnd type="triangle" w="med" len="med"/>
            </a:ln>
            <a:extLst>
              <a:ext uri="{909E8E84-426E-40DD-AFC4-6F175D3DCCD1}">
                <a14:hiddenFill xmlns:a14="http://schemas.microsoft.com/office/drawing/2010/main">
                  <a:noFill/>
                </a14:hiddenFill>
              </a:ext>
            </a:extLst>
          </p:spPr>
          <p:txBody>
            <a:bodyPr wrap="none" lIns="90000" tIns="46800" rIns="90000" bIns="46800" anchor="ctr"/>
            <a:lstStyle/>
            <a:p>
              <a:pPr eaLnBrk="0" hangingPunct="0"/>
              <a:endParaRPr lang="en-US" sz="2400">
                <a:latin typeface="Times New Roman" panose="02020603050405020304" pitchFamily="18" charset="0"/>
                <a:ea typeface="+mn-ea"/>
              </a:endParaRPr>
            </a:p>
          </p:txBody>
        </p:sp>
        <p:sp>
          <p:nvSpPr>
            <p:cNvPr id="45" name="Rectangle 42">
              <a:extLst>
                <a:ext uri="{FF2B5EF4-FFF2-40B4-BE49-F238E27FC236}">
                  <a16:creationId xmlns:a16="http://schemas.microsoft.com/office/drawing/2014/main" id="{552A217F-C53D-BC13-3DBA-2E2255B26DBF}"/>
                </a:ext>
              </a:extLst>
            </p:cNvPr>
            <p:cNvSpPr>
              <a:spLocks noChangeArrowheads="1"/>
            </p:cNvSpPr>
            <p:nvPr/>
          </p:nvSpPr>
          <p:spPr bwMode="auto">
            <a:xfrm>
              <a:off x="1609" y="2659"/>
              <a:ext cx="182" cy="182"/>
            </a:xfrm>
            <a:prstGeom prst="rect">
              <a:avLst/>
            </a:prstGeom>
            <a:solidFill>
              <a:schemeClr val="bg1"/>
            </a:solidFill>
            <a:ln w="12700" algn="ctr">
              <a:solidFill>
                <a:schemeClr val="tx1"/>
              </a:solidFill>
              <a:miter lim="800000"/>
              <a:headEnd/>
              <a:tailEnd/>
            </a:ln>
          </p:spPr>
          <p:txBody>
            <a:bodyPr wrap="none" lIns="90000" tIns="46800" rIns="90000" bIns="46800" anchor="ct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spcBef>
                  <a:spcPct val="0"/>
                </a:spcBef>
                <a:buClrTx/>
                <a:buSzTx/>
                <a:buNone/>
              </a:pPr>
              <a:endParaRPr kumimoji="0" lang="tr-TR" altLang="en-US" b="0">
                <a:solidFill>
                  <a:schemeClr val="tx1"/>
                </a:solidFill>
                <a:ea typeface="MS PGothic" panose="020B0600070205080204" pitchFamily="34" charset="-128"/>
              </a:endParaRPr>
            </a:p>
          </p:txBody>
        </p:sp>
        <p:sp>
          <p:nvSpPr>
            <p:cNvPr id="46" name="Rectangle 43">
              <a:extLst>
                <a:ext uri="{FF2B5EF4-FFF2-40B4-BE49-F238E27FC236}">
                  <a16:creationId xmlns:a16="http://schemas.microsoft.com/office/drawing/2014/main" id="{0FCCE51A-CE07-4D01-6E34-FA1FE5952337}"/>
                </a:ext>
              </a:extLst>
            </p:cNvPr>
            <p:cNvSpPr>
              <a:spLocks noChangeArrowheads="1"/>
            </p:cNvSpPr>
            <p:nvPr/>
          </p:nvSpPr>
          <p:spPr bwMode="auto">
            <a:xfrm>
              <a:off x="1609" y="2659"/>
              <a:ext cx="182" cy="182"/>
            </a:xfrm>
            <a:prstGeom prst="rect">
              <a:avLst/>
            </a:prstGeom>
            <a:solidFill>
              <a:schemeClr val="bg1"/>
            </a:solidFill>
            <a:ln w="12700" algn="ctr">
              <a:solidFill>
                <a:schemeClr val="tx1"/>
              </a:solidFill>
              <a:miter lim="800000"/>
              <a:headEnd/>
              <a:tailEnd/>
            </a:ln>
          </p:spPr>
          <p:txBody>
            <a:bodyPr wrap="none" lIns="90000" tIns="46800" rIns="90000" bIns="46800" anchor="ct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spcBef>
                  <a:spcPct val="0"/>
                </a:spcBef>
                <a:buClrTx/>
                <a:buSzTx/>
                <a:buNone/>
              </a:pPr>
              <a:endParaRPr kumimoji="0" lang="tr-TR" altLang="en-US" b="0">
                <a:solidFill>
                  <a:schemeClr val="tx1"/>
                </a:solidFill>
                <a:ea typeface="MS PGothic" panose="020B0600070205080204" pitchFamily="34" charset="-128"/>
              </a:endParaRPr>
            </a:p>
          </p:txBody>
        </p:sp>
        <p:sp>
          <p:nvSpPr>
            <p:cNvPr id="47" name="Rectangle 44">
              <a:extLst>
                <a:ext uri="{FF2B5EF4-FFF2-40B4-BE49-F238E27FC236}">
                  <a16:creationId xmlns:a16="http://schemas.microsoft.com/office/drawing/2014/main" id="{0F2A503B-94CC-EEFE-E60C-BE0AD93198BA}"/>
                </a:ext>
              </a:extLst>
            </p:cNvPr>
            <p:cNvSpPr>
              <a:spLocks noChangeArrowheads="1"/>
            </p:cNvSpPr>
            <p:nvPr/>
          </p:nvSpPr>
          <p:spPr bwMode="auto">
            <a:xfrm>
              <a:off x="2063" y="2681"/>
              <a:ext cx="363" cy="136"/>
            </a:xfrm>
            <a:prstGeom prst="rect">
              <a:avLst/>
            </a:prstGeom>
            <a:solidFill>
              <a:srgbClr val="EAEAEA"/>
            </a:solidFill>
            <a:ln w="12700" algn="ctr">
              <a:solidFill>
                <a:schemeClr val="tx1"/>
              </a:solidFill>
              <a:miter lim="800000"/>
              <a:headEnd/>
              <a:tailEnd/>
            </a:ln>
          </p:spPr>
          <p:txBody>
            <a:bodyPr wrap="none" lIns="90000" tIns="46800" rIns="90000" bIns="46800" anchor="ct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None/>
              </a:pPr>
              <a:r>
                <a:rPr kumimoji="0" lang="en-US" altLang="en-US" sz="1400" b="0">
                  <a:solidFill>
                    <a:schemeClr val="tx1"/>
                  </a:solidFill>
                  <a:latin typeface="Arial" panose="020B0604020202020204" pitchFamily="34" charset="0"/>
                  <a:ea typeface="MS PGothic" panose="020B0600070205080204" pitchFamily="34" charset="-128"/>
                </a:rPr>
                <a:t>36</a:t>
              </a:r>
            </a:p>
          </p:txBody>
        </p:sp>
        <p:sp>
          <p:nvSpPr>
            <p:cNvPr id="48" name="Rectangle 45">
              <a:extLst>
                <a:ext uri="{FF2B5EF4-FFF2-40B4-BE49-F238E27FC236}">
                  <a16:creationId xmlns:a16="http://schemas.microsoft.com/office/drawing/2014/main" id="{53759D1E-F335-572C-8E37-46809509226B}"/>
                </a:ext>
              </a:extLst>
            </p:cNvPr>
            <p:cNvSpPr>
              <a:spLocks noChangeArrowheads="1"/>
            </p:cNvSpPr>
            <p:nvPr/>
          </p:nvSpPr>
          <p:spPr bwMode="auto">
            <a:xfrm>
              <a:off x="2426" y="2681"/>
              <a:ext cx="182" cy="136"/>
            </a:xfrm>
            <a:prstGeom prst="rect">
              <a:avLst/>
            </a:prstGeom>
            <a:solidFill>
              <a:schemeClr val="bg1"/>
            </a:solidFill>
            <a:ln w="12700" algn="ctr">
              <a:solidFill>
                <a:schemeClr val="tx1"/>
              </a:solidFill>
              <a:miter lim="800000"/>
              <a:headEnd/>
              <a:tailEnd/>
            </a:ln>
          </p:spPr>
          <p:txBody>
            <a:bodyPr wrap="none" lIns="90000" tIns="46800" rIns="90000" bIns="46800" anchor="ct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spcBef>
                  <a:spcPct val="0"/>
                </a:spcBef>
                <a:buClrTx/>
                <a:buSzTx/>
                <a:buNone/>
              </a:pPr>
              <a:endParaRPr kumimoji="0" lang="tr-TR" altLang="en-US" b="0">
                <a:solidFill>
                  <a:schemeClr val="tx1"/>
                </a:solidFill>
                <a:ea typeface="MS PGothic" panose="020B0600070205080204" pitchFamily="34" charset="-128"/>
              </a:endParaRPr>
            </a:p>
          </p:txBody>
        </p:sp>
        <p:sp>
          <p:nvSpPr>
            <p:cNvPr id="49" name="Rectangle 46">
              <a:extLst>
                <a:ext uri="{FF2B5EF4-FFF2-40B4-BE49-F238E27FC236}">
                  <a16:creationId xmlns:a16="http://schemas.microsoft.com/office/drawing/2014/main" id="{0B64C758-61E5-2AA0-2E26-43B237C00F31}"/>
                </a:ext>
              </a:extLst>
            </p:cNvPr>
            <p:cNvSpPr>
              <a:spLocks noChangeArrowheads="1"/>
            </p:cNvSpPr>
            <p:nvPr/>
          </p:nvSpPr>
          <p:spPr bwMode="auto">
            <a:xfrm>
              <a:off x="2969" y="2684"/>
              <a:ext cx="363" cy="136"/>
            </a:xfrm>
            <a:prstGeom prst="rect">
              <a:avLst/>
            </a:prstGeom>
            <a:solidFill>
              <a:srgbClr val="EAEAEA"/>
            </a:solidFill>
            <a:ln w="12700" algn="ctr">
              <a:solidFill>
                <a:schemeClr val="tx1"/>
              </a:solidFill>
              <a:miter lim="800000"/>
              <a:headEnd/>
              <a:tailEnd/>
            </a:ln>
          </p:spPr>
          <p:txBody>
            <a:bodyPr wrap="none" lIns="90000" tIns="46800" rIns="90000" bIns="46800" anchor="ct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None/>
              </a:pPr>
              <a:r>
                <a:rPr kumimoji="0" lang="en-US" altLang="en-US" sz="1400" b="0">
                  <a:solidFill>
                    <a:schemeClr val="tx1"/>
                  </a:solidFill>
                  <a:latin typeface="Arial" panose="020B0604020202020204" pitchFamily="34" charset="0"/>
                  <a:ea typeface="MS PGothic" panose="020B0600070205080204" pitchFamily="34" charset="-128"/>
                </a:rPr>
                <a:t>16</a:t>
              </a:r>
            </a:p>
          </p:txBody>
        </p:sp>
        <p:sp>
          <p:nvSpPr>
            <p:cNvPr id="50" name="Rectangle 47">
              <a:extLst>
                <a:ext uri="{FF2B5EF4-FFF2-40B4-BE49-F238E27FC236}">
                  <a16:creationId xmlns:a16="http://schemas.microsoft.com/office/drawing/2014/main" id="{4C110F49-F5CD-E03E-9107-D6A838830E2F}"/>
                </a:ext>
              </a:extLst>
            </p:cNvPr>
            <p:cNvSpPr>
              <a:spLocks noChangeArrowheads="1"/>
            </p:cNvSpPr>
            <p:nvPr/>
          </p:nvSpPr>
          <p:spPr bwMode="auto">
            <a:xfrm>
              <a:off x="3332" y="2684"/>
              <a:ext cx="182" cy="136"/>
            </a:xfrm>
            <a:prstGeom prst="rect">
              <a:avLst/>
            </a:prstGeom>
            <a:solidFill>
              <a:schemeClr val="bg1"/>
            </a:solidFill>
            <a:ln w="12700" algn="ctr">
              <a:solidFill>
                <a:schemeClr val="tx1"/>
              </a:solidFill>
              <a:miter lim="800000"/>
              <a:headEnd/>
              <a:tailEnd/>
            </a:ln>
          </p:spPr>
          <p:txBody>
            <a:bodyPr wrap="none" lIns="90000" tIns="46800" rIns="90000" bIns="46800" anchor="ct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spcBef>
                  <a:spcPct val="0"/>
                </a:spcBef>
                <a:buClrTx/>
                <a:buSzTx/>
                <a:buNone/>
              </a:pPr>
              <a:endParaRPr kumimoji="0" lang="tr-TR" altLang="en-US" b="0">
                <a:solidFill>
                  <a:schemeClr val="tx1"/>
                </a:solidFill>
                <a:ea typeface="MS PGothic" panose="020B0600070205080204" pitchFamily="34" charset="-128"/>
              </a:endParaRPr>
            </a:p>
          </p:txBody>
        </p:sp>
        <p:sp>
          <p:nvSpPr>
            <p:cNvPr id="51" name="Line 48">
              <a:extLst>
                <a:ext uri="{FF2B5EF4-FFF2-40B4-BE49-F238E27FC236}">
                  <a16:creationId xmlns:a16="http://schemas.microsoft.com/office/drawing/2014/main" id="{58312116-76FF-F746-BD0E-84E9B806FEA2}"/>
                </a:ext>
              </a:extLst>
            </p:cNvPr>
            <p:cNvSpPr>
              <a:spLocks noChangeShapeType="1"/>
            </p:cNvSpPr>
            <p:nvPr/>
          </p:nvSpPr>
          <p:spPr bwMode="auto">
            <a:xfrm>
              <a:off x="1700" y="2751"/>
              <a:ext cx="363" cy="0"/>
            </a:xfrm>
            <a:prstGeom prst="line">
              <a:avLst/>
            </a:prstGeom>
            <a:noFill/>
            <a:ln w="12700">
              <a:solidFill>
                <a:schemeClr val="tx1"/>
              </a:solidFill>
              <a:round/>
              <a:headEnd type="oval" w="med" len="med"/>
              <a:tailEnd type="triangle" w="med" len="med"/>
            </a:ln>
            <a:extLst>
              <a:ext uri="{909E8E84-426E-40DD-AFC4-6F175D3DCCD1}">
                <a14:hiddenFill xmlns:a14="http://schemas.microsoft.com/office/drawing/2010/main">
                  <a:noFill/>
                </a14:hiddenFill>
              </a:ext>
            </a:extLst>
          </p:spPr>
          <p:txBody>
            <a:bodyPr wrap="none" lIns="90000" tIns="46800" rIns="90000" bIns="46800" anchor="ctr"/>
            <a:lstStyle/>
            <a:p>
              <a:pPr eaLnBrk="0" hangingPunct="0"/>
              <a:endParaRPr lang="en-US" sz="2400">
                <a:latin typeface="Times New Roman" panose="02020603050405020304" pitchFamily="18" charset="0"/>
                <a:ea typeface="+mn-ea"/>
              </a:endParaRPr>
            </a:p>
          </p:txBody>
        </p:sp>
        <p:sp>
          <p:nvSpPr>
            <p:cNvPr id="52" name="Line 49">
              <a:extLst>
                <a:ext uri="{FF2B5EF4-FFF2-40B4-BE49-F238E27FC236}">
                  <a16:creationId xmlns:a16="http://schemas.microsoft.com/office/drawing/2014/main" id="{F9A4F12B-957A-AF8C-EB8F-EEB82A1CDA96}"/>
                </a:ext>
              </a:extLst>
            </p:cNvPr>
            <p:cNvSpPr>
              <a:spLocks noChangeShapeType="1"/>
            </p:cNvSpPr>
            <p:nvPr/>
          </p:nvSpPr>
          <p:spPr bwMode="auto">
            <a:xfrm>
              <a:off x="2607" y="2751"/>
              <a:ext cx="363" cy="0"/>
            </a:xfrm>
            <a:prstGeom prst="line">
              <a:avLst/>
            </a:prstGeom>
            <a:noFill/>
            <a:ln w="12700">
              <a:solidFill>
                <a:schemeClr val="tx1"/>
              </a:solidFill>
              <a:round/>
              <a:headEnd type="oval" w="med" len="med"/>
              <a:tailEnd type="triangle" w="med" len="med"/>
            </a:ln>
            <a:extLst>
              <a:ext uri="{909E8E84-426E-40DD-AFC4-6F175D3DCCD1}">
                <a14:hiddenFill xmlns:a14="http://schemas.microsoft.com/office/drawing/2010/main">
                  <a:noFill/>
                </a14:hiddenFill>
              </a:ext>
            </a:extLst>
          </p:spPr>
          <p:txBody>
            <a:bodyPr wrap="none" lIns="90000" tIns="46800" rIns="90000" bIns="46800" anchor="ctr"/>
            <a:lstStyle/>
            <a:p>
              <a:pPr eaLnBrk="0" hangingPunct="0"/>
              <a:endParaRPr lang="en-US" sz="2400">
                <a:latin typeface="Times New Roman" panose="02020603050405020304" pitchFamily="18" charset="0"/>
                <a:ea typeface="+mn-ea"/>
              </a:endParaRPr>
            </a:p>
          </p:txBody>
        </p:sp>
        <p:sp>
          <p:nvSpPr>
            <p:cNvPr id="53" name="Rectangle 50">
              <a:extLst>
                <a:ext uri="{FF2B5EF4-FFF2-40B4-BE49-F238E27FC236}">
                  <a16:creationId xmlns:a16="http://schemas.microsoft.com/office/drawing/2014/main" id="{CCA88ED4-8B6A-7668-6C26-E1C07DD9D57C}"/>
                </a:ext>
              </a:extLst>
            </p:cNvPr>
            <p:cNvSpPr>
              <a:spLocks noChangeArrowheads="1"/>
            </p:cNvSpPr>
            <p:nvPr/>
          </p:nvSpPr>
          <p:spPr bwMode="auto">
            <a:xfrm>
              <a:off x="1609" y="3203"/>
              <a:ext cx="182" cy="182"/>
            </a:xfrm>
            <a:prstGeom prst="rect">
              <a:avLst/>
            </a:prstGeom>
            <a:solidFill>
              <a:schemeClr val="bg1"/>
            </a:solidFill>
            <a:ln w="12700" algn="ctr">
              <a:solidFill>
                <a:schemeClr val="tx1"/>
              </a:solidFill>
              <a:miter lim="800000"/>
              <a:headEnd/>
              <a:tailEnd/>
            </a:ln>
          </p:spPr>
          <p:txBody>
            <a:bodyPr wrap="none" lIns="90000" tIns="46800" rIns="90000" bIns="46800" anchor="ct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spcBef>
                  <a:spcPct val="0"/>
                </a:spcBef>
                <a:buClrTx/>
                <a:buSzTx/>
                <a:buNone/>
              </a:pPr>
              <a:endParaRPr kumimoji="0" lang="tr-TR" altLang="en-US" b="0">
                <a:solidFill>
                  <a:schemeClr val="tx1"/>
                </a:solidFill>
                <a:ea typeface="MS PGothic" panose="020B0600070205080204" pitchFamily="34" charset="-128"/>
              </a:endParaRPr>
            </a:p>
          </p:txBody>
        </p:sp>
        <p:sp>
          <p:nvSpPr>
            <p:cNvPr id="54" name="Rectangle 51">
              <a:extLst>
                <a:ext uri="{FF2B5EF4-FFF2-40B4-BE49-F238E27FC236}">
                  <a16:creationId xmlns:a16="http://schemas.microsoft.com/office/drawing/2014/main" id="{91083E61-B1BE-C378-9E2E-F74B5473AC72}"/>
                </a:ext>
              </a:extLst>
            </p:cNvPr>
            <p:cNvSpPr>
              <a:spLocks noChangeArrowheads="1"/>
            </p:cNvSpPr>
            <p:nvPr/>
          </p:nvSpPr>
          <p:spPr bwMode="auto">
            <a:xfrm>
              <a:off x="1609" y="3203"/>
              <a:ext cx="182" cy="182"/>
            </a:xfrm>
            <a:prstGeom prst="rect">
              <a:avLst/>
            </a:prstGeom>
            <a:solidFill>
              <a:schemeClr val="bg1"/>
            </a:solidFill>
            <a:ln w="12700" algn="ctr">
              <a:solidFill>
                <a:schemeClr val="tx1"/>
              </a:solidFill>
              <a:miter lim="800000"/>
              <a:headEnd/>
              <a:tailEnd/>
            </a:ln>
          </p:spPr>
          <p:txBody>
            <a:bodyPr wrap="none" lIns="90000" tIns="46800" rIns="90000" bIns="46800" anchor="ct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spcBef>
                  <a:spcPct val="0"/>
                </a:spcBef>
                <a:buClrTx/>
                <a:buSzTx/>
                <a:buNone/>
              </a:pPr>
              <a:endParaRPr kumimoji="0" lang="tr-TR" altLang="en-US" b="0">
                <a:solidFill>
                  <a:schemeClr val="tx1"/>
                </a:solidFill>
                <a:ea typeface="MS PGothic" panose="020B0600070205080204" pitchFamily="34" charset="-128"/>
              </a:endParaRPr>
            </a:p>
          </p:txBody>
        </p:sp>
        <p:sp>
          <p:nvSpPr>
            <p:cNvPr id="55" name="Rectangle 52">
              <a:extLst>
                <a:ext uri="{FF2B5EF4-FFF2-40B4-BE49-F238E27FC236}">
                  <a16:creationId xmlns:a16="http://schemas.microsoft.com/office/drawing/2014/main" id="{456F9F12-0D7D-8491-2A1F-20C0CB078F36}"/>
                </a:ext>
              </a:extLst>
            </p:cNvPr>
            <p:cNvSpPr>
              <a:spLocks noChangeArrowheads="1"/>
            </p:cNvSpPr>
            <p:nvPr/>
          </p:nvSpPr>
          <p:spPr bwMode="auto">
            <a:xfrm>
              <a:off x="2063" y="3225"/>
              <a:ext cx="363" cy="136"/>
            </a:xfrm>
            <a:prstGeom prst="rect">
              <a:avLst/>
            </a:prstGeom>
            <a:solidFill>
              <a:srgbClr val="EAEAEA"/>
            </a:solidFill>
            <a:ln w="12700" algn="ctr">
              <a:solidFill>
                <a:schemeClr val="tx1"/>
              </a:solidFill>
              <a:miter lim="800000"/>
              <a:headEnd/>
              <a:tailEnd/>
            </a:ln>
          </p:spPr>
          <p:txBody>
            <a:bodyPr wrap="none" lIns="90000" tIns="46800" rIns="90000" bIns="46800" anchor="ct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None/>
              </a:pPr>
              <a:r>
                <a:rPr kumimoji="0" lang="en-US" altLang="en-US" sz="1400" b="0">
                  <a:solidFill>
                    <a:schemeClr val="tx1"/>
                  </a:solidFill>
                  <a:latin typeface="Arial" panose="020B0604020202020204" pitchFamily="34" charset="0"/>
                  <a:ea typeface="MS PGothic" panose="020B0600070205080204" pitchFamily="34" charset="-128"/>
                </a:rPr>
                <a:t>49</a:t>
              </a:r>
            </a:p>
          </p:txBody>
        </p:sp>
        <p:sp>
          <p:nvSpPr>
            <p:cNvPr id="56" name="Rectangle 53">
              <a:extLst>
                <a:ext uri="{FF2B5EF4-FFF2-40B4-BE49-F238E27FC236}">
                  <a16:creationId xmlns:a16="http://schemas.microsoft.com/office/drawing/2014/main" id="{FC8B835F-BD12-AA6D-F6A1-117D4DFC0478}"/>
                </a:ext>
              </a:extLst>
            </p:cNvPr>
            <p:cNvSpPr>
              <a:spLocks noChangeArrowheads="1"/>
            </p:cNvSpPr>
            <p:nvPr/>
          </p:nvSpPr>
          <p:spPr bwMode="auto">
            <a:xfrm>
              <a:off x="2426" y="3225"/>
              <a:ext cx="182" cy="136"/>
            </a:xfrm>
            <a:prstGeom prst="rect">
              <a:avLst/>
            </a:prstGeom>
            <a:solidFill>
              <a:schemeClr val="bg1"/>
            </a:solidFill>
            <a:ln w="12700" algn="ctr">
              <a:solidFill>
                <a:schemeClr val="tx1"/>
              </a:solidFill>
              <a:miter lim="800000"/>
              <a:headEnd/>
              <a:tailEnd/>
            </a:ln>
          </p:spPr>
          <p:txBody>
            <a:bodyPr wrap="none" lIns="90000" tIns="46800" rIns="90000" bIns="46800" anchor="ct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spcBef>
                  <a:spcPct val="0"/>
                </a:spcBef>
                <a:buClrTx/>
                <a:buSzTx/>
                <a:buNone/>
              </a:pPr>
              <a:endParaRPr kumimoji="0" lang="tr-TR" altLang="en-US" b="0">
                <a:solidFill>
                  <a:schemeClr val="tx1"/>
                </a:solidFill>
                <a:ea typeface="MS PGothic" panose="020B0600070205080204" pitchFamily="34" charset="-128"/>
              </a:endParaRPr>
            </a:p>
          </p:txBody>
        </p:sp>
        <p:sp>
          <p:nvSpPr>
            <p:cNvPr id="57" name="Rectangle 54">
              <a:extLst>
                <a:ext uri="{FF2B5EF4-FFF2-40B4-BE49-F238E27FC236}">
                  <a16:creationId xmlns:a16="http://schemas.microsoft.com/office/drawing/2014/main" id="{F8B40A66-43A4-84AD-4204-3619AE0766DD}"/>
                </a:ext>
              </a:extLst>
            </p:cNvPr>
            <p:cNvSpPr>
              <a:spLocks noChangeArrowheads="1"/>
            </p:cNvSpPr>
            <p:nvPr/>
          </p:nvSpPr>
          <p:spPr bwMode="auto">
            <a:xfrm>
              <a:off x="2969" y="3228"/>
              <a:ext cx="363" cy="136"/>
            </a:xfrm>
            <a:prstGeom prst="rect">
              <a:avLst/>
            </a:prstGeom>
            <a:solidFill>
              <a:srgbClr val="EAEAEA"/>
            </a:solidFill>
            <a:ln w="12700" algn="ctr">
              <a:solidFill>
                <a:schemeClr val="tx1"/>
              </a:solidFill>
              <a:miter lim="800000"/>
              <a:headEnd/>
              <a:tailEnd/>
            </a:ln>
          </p:spPr>
          <p:txBody>
            <a:bodyPr wrap="none" lIns="90000" tIns="46800" rIns="90000" bIns="46800" anchor="ct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lgn="ctr">
                <a:spcBef>
                  <a:spcPct val="0"/>
                </a:spcBef>
                <a:buClrTx/>
                <a:buSzTx/>
                <a:buNone/>
              </a:pPr>
              <a:r>
                <a:rPr kumimoji="0" lang="en-US" altLang="en-US" sz="1400" b="0">
                  <a:solidFill>
                    <a:schemeClr val="tx1"/>
                  </a:solidFill>
                  <a:latin typeface="Arial" panose="020B0604020202020204" pitchFamily="34" charset="0"/>
                  <a:ea typeface="MS PGothic" panose="020B0600070205080204" pitchFamily="34" charset="-128"/>
                </a:rPr>
                <a:t>9</a:t>
              </a:r>
            </a:p>
          </p:txBody>
        </p:sp>
        <p:sp>
          <p:nvSpPr>
            <p:cNvPr id="58" name="Rectangle 55">
              <a:extLst>
                <a:ext uri="{FF2B5EF4-FFF2-40B4-BE49-F238E27FC236}">
                  <a16:creationId xmlns:a16="http://schemas.microsoft.com/office/drawing/2014/main" id="{62C0065C-C1F7-9DD8-D4B9-8C61DBF40EF6}"/>
                </a:ext>
              </a:extLst>
            </p:cNvPr>
            <p:cNvSpPr>
              <a:spLocks noChangeArrowheads="1"/>
            </p:cNvSpPr>
            <p:nvPr/>
          </p:nvSpPr>
          <p:spPr bwMode="auto">
            <a:xfrm>
              <a:off x="3332" y="3228"/>
              <a:ext cx="182" cy="136"/>
            </a:xfrm>
            <a:prstGeom prst="rect">
              <a:avLst/>
            </a:prstGeom>
            <a:solidFill>
              <a:schemeClr val="bg1"/>
            </a:solidFill>
            <a:ln w="12700" algn="ctr">
              <a:solidFill>
                <a:schemeClr val="tx1"/>
              </a:solidFill>
              <a:miter lim="800000"/>
              <a:headEnd/>
              <a:tailEnd/>
            </a:ln>
          </p:spPr>
          <p:txBody>
            <a:bodyPr wrap="none" lIns="90000" tIns="46800" rIns="90000" bIns="46800" anchor="ct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spcBef>
                  <a:spcPct val="0"/>
                </a:spcBef>
                <a:buClrTx/>
                <a:buSzTx/>
                <a:buNone/>
              </a:pPr>
              <a:endParaRPr kumimoji="0" lang="tr-TR" altLang="en-US" b="0">
                <a:solidFill>
                  <a:schemeClr val="tx1"/>
                </a:solidFill>
                <a:ea typeface="MS PGothic" panose="020B0600070205080204" pitchFamily="34" charset="-128"/>
              </a:endParaRPr>
            </a:p>
          </p:txBody>
        </p:sp>
        <p:sp>
          <p:nvSpPr>
            <p:cNvPr id="59" name="Line 56">
              <a:extLst>
                <a:ext uri="{FF2B5EF4-FFF2-40B4-BE49-F238E27FC236}">
                  <a16:creationId xmlns:a16="http://schemas.microsoft.com/office/drawing/2014/main" id="{CFB1BE7C-8DBA-BBEE-7AB0-D5CBB9D9B0F9}"/>
                </a:ext>
              </a:extLst>
            </p:cNvPr>
            <p:cNvSpPr>
              <a:spLocks noChangeShapeType="1"/>
            </p:cNvSpPr>
            <p:nvPr/>
          </p:nvSpPr>
          <p:spPr bwMode="auto">
            <a:xfrm>
              <a:off x="1700" y="3295"/>
              <a:ext cx="363" cy="0"/>
            </a:xfrm>
            <a:prstGeom prst="line">
              <a:avLst/>
            </a:prstGeom>
            <a:noFill/>
            <a:ln w="12700">
              <a:solidFill>
                <a:schemeClr val="tx1"/>
              </a:solidFill>
              <a:round/>
              <a:headEnd type="oval" w="med" len="med"/>
              <a:tailEnd type="triangle" w="med" len="med"/>
            </a:ln>
            <a:extLst>
              <a:ext uri="{909E8E84-426E-40DD-AFC4-6F175D3DCCD1}">
                <a14:hiddenFill xmlns:a14="http://schemas.microsoft.com/office/drawing/2010/main">
                  <a:noFill/>
                </a14:hiddenFill>
              </a:ext>
            </a:extLst>
          </p:spPr>
          <p:txBody>
            <a:bodyPr wrap="none" lIns="90000" tIns="46800" rIns="90000" bIns="46800" anchor="ctr"/>
            <a:lstStyle/>
            <a:p>
              <a:pPr eaLnBrk="0" hangingPunct="0"/>
              <a:endParaRPr lang="en-US" sz="2400">
                <a:latin typeface="Times New Roman" panose="02020603050405020304" pitchFamily="18" charset="0"/>
                <a:ea typeface="+mn-ea"/>
              </a:endParaRPr>
            </a:p>
          </p:txBody>
        </p:sp>
        <p:sp>
          <p:nvSpPr>
            <p:cNvPr id="60" name="Line 57">
              <a:extLst>
                <a:ext uri="{FF2B5EF4-FFF2-40B4-BE49-F238E27FC236}">
                  <a16:creationId xmlns:a16="http://schemas.microsoft.com/office/drawing/2014/main" id="{8F1C6BE5-7A14-14B3-297E-AA48D208B1FC}"/>
                </a:ext>
              </a:extLst>
            </p:cNvPr>
            <p:cNvSpPr>
              <a:spLocks noChangeShapeType="1"/>
            </p:cNvSpPr>
            <p:nvPr/>
          </p:nvSpPr>
          <p:spPr bwMode="auto">
            <a:xfrm>
              <a:off x="2607" y="3295"/>
              <a:ext cx="363" cy="0"/>
            </a:xfrm>
            <a:prstGeom prst="line">
              <a:avLst/>
            </a:prstGeom>
            <a:noFill/>
            <a:ln w="12700">
              <a:solidFill>
                <a:schemeClr val="tx1"/>
              </a:solidFill>
              <a:round/>
              <a:headEnd type="oval" w="med" len="med"/>
              <a:tailEnd type="triangle" w="med" len="med"/>
            </a:ln>
            <a:extLst>
              <a:ext uri="{909E8E84-426E-40DD-AFC4-6F175D3DCCD1}">
                <a14:hiddenFill xmlns:a14="http://schemas.microsoft.com/office/drawing/2010/main">
                  <a:noFill/>
                </a14:hiddenFill>
              </a:ext>
            </a:extLst>
          </p:spPr>
          <p:txBody>
            <a:bodyPr wrap="none" lIns="90000" tIns="46800" rIns="90000" bIns="46800" anchor="ctr"/>
            <a:lstStyle/>
            <a:p>
              <a:pPr eaLnBrk="0" hangingPunct="0"/>
              <a:endParaRPr lang="en-US" sz="2400">
                <a:latin typeface="Times New Roman" panose="02020603050405020304" pitchFamily="18" charset="0"/>
                <a:ea typeface="+mn-ea"/>
              </a:endParaRPr>
            </a:p>
          </p:txBody>
        </p:sp>
        <p:sp>
          <p:nvSpPr>
            <p:cNvPr id="61" name="Line 58">
              <a:extLst>
                <a:ext uri="{FF2B5EF4-FFF2-40B4-BE49-F238E27FC236}">
                  <a16:creationId xmlns:a16="http://schemas.microsoft.com/office/drawing/2014/main" id="{9A07B4BD-E39D-C598-591F-AA5FF32F7C3A}"/>
                </a:ext>
              </a:extLst>
            </p:cNvPr>
            <p:cNvSpPr>
              <a:spLocks noChangeShapeType="1"/>
            </p:cNvSpPr>
            <p:nvPr/>
          </p:nvSpPr>
          <p:spPr bwMode="auto">
            <a:xfrm>
              <a:off x="1700" y="2024"/>
              <a:ext cx="363" cy="0"/>
            </a:xfrm>
            <a:prstGeom prst="line">
              <a:avLst/>
            </a:prstGeom>
            <a:noFill/>
            <a:ln w="12700">
              <a:solidFill>
                <a:schemeClr val="tx1"/>
              </a:solidFill>
              <a:round/>
              <a:headEnd type="oval" w="med" len="med"/>
              <a:tailEnd/>
            </a:ln>
            <a:extLst>
              <a:ext uri="{909E8E84-426E-40DD-AFC4-6F175D3DCCD1}">
                <a14:hiddenFill xmlns:a14="http://schemas.microsoft.com/office/drawing/2010/main">
                  <a:noFill/>
                </a14:hiddenFill>
              </a:ext>
            </a:extLst>
          </p:spPr>
          <p:txBody>
            <a:bodyPr wrap="none" lIns="90000" tIns="46800" rIns="90000" bIns="46800" anchor="ctr"/>
            <a:lstStyle/>
            <a:p>
              <a:pPr eaLnBrk="0" hangingPunct="0"/>
              <a:endParaRPr lang="en-US" sz="2400">
                <a:latin typeface="Times New Roman" panose="02020603050405020304" pitchFamily="18" charset="0"/>
                <a:ea typeface="+mn-ea"/>
              </a:endParaRPr>
            </a:p>
          </p:txBody>
        </p:sp>
        <p:sp>
          <p:nvSpPr>
            <p:cNvPr id="62" name="Line 59">
              <a:extLst>
                <a:ext uri="{FF2B5EF4-FFF2-40B4-BE49-F238E27FC236}">
                  <a16:creationId xmlns:a16="http://schemas.microsoft.com/office/drawing/2014/main" id="{D6F766B9-0C8F-BC66-3F20-71D96E261404}"/>
                </a:ext>
              </a:extLst>
            </p:cNvPr>
            <p:cNvSpPr>
              <a:spLocks noChangeShapeType="1"/>
            </p:cNvSpPr>
            <p:nvPr/>
          </p:nvSpPr>
          <p:spPr bwMode="auto">
            <a:xfrm>
              <a:off x="2063" y="2024"/>
              <a:ext cx="0" cy="4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pPr eaLnBrk="0" hangingPunct="0"/>
              <a:endParaRPr lang="en-US" sz="2400">
                <a:latin typeface="Times New Roman" panose="02020603050405020304" pitchFamily="18" charset="0"/>
                <a:ea typeface="+mn-ea"/>
              </a:endParaRPr>
            </a:p>
          </p:txBody>
        </p:sp>
        <p:sp>
          <p:nvSpPr>
            <p:cNvPr id="63" name="Line 60">
              <a:extLst>
                <a:ext uri="{FF2B5EF4-FFF2-40B4-BE49-F238E27FC236}">
                  <a16:creationId xmlns:a16="http://schemas.microsoft.com/office/drawing/2014/main" id="{2D07B634-1462-9863-4E08-DCE91D66BE5B}"/>
                </a:ext>
              </a:extLst>
            </p:cNvPr>
            <p:cNvSpPr>
              <a:spLocks noChangeShapeType="1"/>
            </p:cNvSpPr>
            <p:nvPr/>
          </p:nvSpPr>
          <p:spPr bwMode="auto">
            <a:xfrm>
              <a:off x="1972" y="2069"/>
              <a:ext cx="18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pPr eaLnBrk="0" hangingPunct="0"/>
              <a:endParaRPr lang="en-US" sz="2400">
                <a:latin typeface="Times New Roman" panose="02020603050405020304" pitchFamily="18" charset="0"/>
                <a:ea typeface="+mn-ea"/>
              </a:endParaRPr>
            </a:p>
          </p:txBody>
        </p:sp>
        <p:sp>
          <p:nvSpPr>
            <p:cNvPr id="64" name="Line 61">
              <a:extLst>
                <a:ext uri="{FF2B5EF4-FFF2-40B4-BE49-F238E27FC236}">
                  <a16:creationId xmlns:a16="http://schemas.microsoft.com/office/drawing/2014/main" id="{24FACA19-1892-9968-73C0-5DCFD2460942}"/>
                </a:ext>
              </a:extLst>
            </p:cNvPr>
            <p:cNvSpPr>
              <a:spLocks noChangeShapeType="1"/>
            </p:cNvSpPr>
            <p:nvPr/>
          </p:nvSpPr>
          <p:spPr bwMode="auto">
            <a:xfrm>
              <a:off x="2018" y="2099"/>
              <a:ext cx="9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pPr eaLnBrk="0" hangingPunct="0"/>
              <a:endParaRPr lang="en-US" sz="2400">
                <a:latin typeface="Times New Roman" panose="02020603050405020304" pitchFamily="18" charset="0"/>
                <a:ea typeface="+mn-ea"/>
              </a:endParaRPr>
            </a:p>
          </p:txBody>
        </p:sp>
        <p:sp>
          <p:nvSpPr>
            <p:cNvPr id="65" name="Line 62">
              <a:extLst>
                <a:ext uri="{FF2B5EF4-FFF2-40B4-BE49-F238E27FC236}">
                  <a16:creationId xmlns:a16="http://schemas.microsoft.com/office/drawing/2014/main" id="{C21FCB9C-CE46-2EB6-10D5-74512F8C28EE}"/>
                </a:ext>
              </a:extLst>
            </p:cNvPr>
            <p:cNvSpPr>
              <a:spLocks noChangeShapeType="1"/>
            </p:cNvSpPr>
            <p:nvPr/>
          </p:nvSpPr>
          <p:spPr bwMode="auto">
            <a:xfrm>
              <a:off x="1700" y="2205"/>
              <a:ext cx="363" cy="0"/>
            </a:xfrm>
            <a:prstGeom prst="line">
              <a:avLst/>
            </a:prstGeom>
            <a:noFill/>
            <a:ln w="12700">
              <a:solidFill>
                <a:schemeClr val="tx1"/>
              </a:solidFill>
              <a:round/>
              <a:headEnd type="oval" w="med" len="med"/>
              <a:tailEnd/>
            </a:ln>
            <a:extLst>
              <a:ext uri="{909E8E84-426E-40DD-AFC4-6F175D3DCCD1}">
                <a14:hiddenFill xmlns:a14="http://schemas.microsoft.com/office/drawing/2010/main">
                  <a:noFill/>
                </a14:hiddenFill>
              </a:ext>
            </a:extLst>
          </p:spPr>
          <p:txBody>
            <a:bodyPr wrap="none" lIns="90000" tIns="46800" rIns="90000" bIns="46800" anchor="ctr"/>
            <a:lstStyle/>
            <a:p>
              <a:pPr eaLnBrk="0" hangingPunct="0"/>
              <a:endParaRPr lang="en-US" sz="2400">
                <a:latin typeface="Times New Roman" panose="02020603050405020304" pitchFamily="18" charset="0"/>
                <a:ea typeface="+mn-ea"/>
              </a:endParaRPr>
            </a:p>
          </p:txBody>
        </p:sp>
        <p:sp>
          <p:nvSpPr>
            <p:cNvPr id="66" name="Line 63">
              <a:extLst>
                <a:ext uri="{FF2B5EF4-FFF2-40B4-BE49-F238E27FC236}">
                  <a16:creationId xmlns:a16="http://schemas.microsoft.com/office/drawing/2014/main" id="{D284EACA-2FBC-4ED5-DD0A-27637EC005E7}"/>
                </a:ext>
              </a:extLst>
            </p:cNvPr>
            <p:cNvSpPr>
              <a:spLocks noChangeShapeType="1"/>
            </p:cNvSpPr>
            <p:nvPr/>
          </p:nvSpPr>
          <p:spPr bwMode="auto">
            <a:xfrm>
              <a:off x="2063" y="2205"/>
              <a:ext cx="0" cy="4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pPr eaLnBrk="0" hangingPunct="0"/>
              <a:endParaRPr lang="en-US" sz="2400">
                <a:latin typeface="Times New Roman" panose="02020603050405020304" pitchFamily="18" charset="0"/>
                <a:ea typeface="+mn-ea"/>
              </a:endParaRPr>
            </a:p>
          </p:txBody>
        </p:sp>
        <p:sp>
          <p:nvSpPr>
            <p:cNvPr id="67" name="Line 64">
              <a:extLst>
                <a:ext uri="{FF2B5EF4-FFF2-40B4-BE49-F238E27FC236}">
                  <a16:creationId xmlns:a16="http://schemas.microsoft.com/office/drawing/2014/main" id="{10BEB951-A3EC-782D-69E8-E2A778097666}"/>
                </a:ext>
              </a:extLst>
            </p:cNvPr>
            <p:cNvSpPr>
              <a:spLocks noChangeShapeType="1"/>
            </p:cNvSpPr>
            <p:nvPr/>
          </p:nvSpPr>
          <p:spPr bwMode="auto">
            <a:xfrm>
              <a:off x="1972" y="2250"/>
              <a:ext cx="18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pPr eaLnBrk="0" hangingPunct="0"/>
              <a:endParaRPr lang="en-US" sz="2400">
                <a:latin typeface="Times New Roman" panose="02020603050405020304" pitchFamily="18" charset="0"/>
                <a:ea typeface="+mn-ea"/>
              </a:endParaRPr>
            </a:p>
          </p:txBody>
        </p:sp>
        <p:sp>
          <p:nvSpPr>
            <p:cNvPr id="68" name="Line 65">
              <a:extLst>
                <a:ext uri="{FF2B5EF4-FFF2-40B4-BE49-F238E27FC236}">
                  <a16:creationId xmlns:a16="http://schemas.microsoft.com/office/drawing/2014/main" id="{C8EC6E01-540C-4316-45D0-D82B0C80D681}"/>
                </a:ext>
              </a:extLst>
            </p:cNvPr>
            <p:cNvSpPr>
              <a:spLocks noChangeShapeType="1"/>
            </p:cNvSpPr>
            <p:nvPr/>
          </p:nvSpPr>
          <p:spPr bwMode="auto">
            <a:xfrm>
              <a:off x="2018" y="2280"/>
              <a:ext cx="9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pPr eaLnBrk="0" hangingPunct="0"/>
              <a:endParaRPr lang="en-US" sz="2400">
                <a:latin typeface="Times New Roman" panose="02020603050405020304" pitchFamily="18" charset="0"/>
                <a:ea typeface="+mn-ea"/>
              </a:endParaRPr>
            </a:p>
          </p:txBody>
        </p:sp>
        <p:sp>
          <p:nvSpPr>
            <p:cNvPr id="69" name="Line 66">
              <a:extLst>
                <a:ext uri="{FF2B5EF4-FFF2-40B4-BE49-F238E27FC236}">
                  <a16:creationId xmlns:a16="http://schemas.microsoft.com/office/drawing/2014/main" id="{ABF848DC-25A9-C94D-53C0-32AF6EFFE1CC}"/>
                </a:ext>
              </a:extLst>
            </p:cNvPr>
            <p:cNvSpPr>
              <a:spLocks noChangeShapeType="1"/>
            </p:cNvSpPr>
            <p:nvPr/>
          </p:nvSpPr>
          <p:spPr bwMode="auto">
            <a:xfrm>
              <a:off x="1729" y="2934"/>
              <a:ext cx="363" cy="0"/>
            </a:xfrm>
            <a:prstGeom prst="line">
              <a:avLst/>
            </a:prstGeom>
            <a:noFill/>
            <a:ln w="12700">
              <a:solidFill>
                <a:schemeClr val="tx1"/>
              </a:solidFill>
              <a:round/>
              <a:headEnd type="oval" w="med" len="med"/>
              <a:tailEnd/>
            </a:ln>
            <a:extLst>
              <a:ext uri="{909E8E84-426E-40DD-AFC4-6F175D3DCCD1}">
                <a14:hiddenFill xmlns:a14="http://schemas.microsoft.com/office/drawing/2010/main">
                  <a:noFill/>
                </a14:hiddenFill>
              </a:ext>
            </a:extLst>
          </p:spPr>
          <p:txBody>
            <a:bodyPr wrap="none" lIns="90000" tIns="46800" rIns="90000" bIns="46800" anchor="ctr"/>
            <a:lstStyle/>
            <a:p>
              <a:pPr eaLnBrk="0" hangingPunct="0"/>
              <a:endParaRPr lang="en-US" sz="2400">
                <a:latin typeface="Times New Roman" panose="02020603050405020304" pitchFamily="18" charset="0"/>
                <a:ea typeface="+mn-ea"/>
              </a:endParaRPr>
            </a:p>
          </p:txBody>
        </p:sp>
        <p:sp>
          <p:nvSpPr>
            <p:cNvPr id="70" name="Line 67">
              <a:extLst>
                <a:ext uri="{FF2B5EF4-FFF2-40B4-BE49-F238E27FC236}">
                  <a16:creationId xmlns:a16="http://schemas.microsoft.com/office/drawing/2014/main" id="{B919B172-4F12-5ACD-81E7-382E389CCB8D}"/>
                </a:ext>
              </a:extLst>
            </p:cNvPr>
            <p:cNvSpPr>
              <a:spLocks noChangeShapeType="1"/>
            </p:cNvSpPr>
            <p:nvPr/>
          </p:nvSpPr>
          <p:spPr bwMode="auto">
            <a:xfrm>
              <a:off x="2092" y="2934"/>
              <a:ext cx="0" cy="4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pPr eaLnBrk="0" hangingPunct="0"/>
              <a:endParaRPr lang="en-US" sz="2400">
                <a:latin typeface="Times New Roman" panose="02020603050405020304" pitchFamily="18" charset="0"/>
                <a:ea typeface="+mn-ea"/>
              </a:endParaRPr>
            </a:p>
          </p:txBody>
        </p:sp>
        <p:sp>
          <p:nvSpPr>
            <p:cNvPr id="71" name="Line 68">
              <a:extLst>
                <a:ext uri="{FF2B5EF4-FFF2-40B4-BE49-F238E27FC236}">
                  <a16:creationId xmlns:a16="http://schemas.microsoft.com/office/drawing/2014/main" id="{97970178-670E-FE24-F9A9-CB9538E68C7F}"/>
                </a:ext>
              </a:extLst>
            </p:cNvPr>
            <p:cNvSpPr>
              <a:spLocks noChangeShapeType="1"/>
            </p:cNvSpPr>
            <p:nvPr/>
          </p:nvSpPr>
          <p:spPr bwMode="auto">
            <a:xfrm>
              <a:off x="2001" y="2979"/>
              <a:ext cx="18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pPr eaLnBrk="0" hangingPunct="0"/>
              <a:endParaRPr lang="en-US" sz="2400">
                <a:latin typeface="Times New Roman" panose="02020603050405020304" pitchFamily="18" charset="0"/>
                <a:ea typeface="+mn-ea"/>
              </a:endParaRPr>
            </a:p>
          </p:txBody>
        </p:sp>
        <p:sp>
          <p:nvSpPr>
            <p:cNvPr id="72" name="Line 69">
              <a:extLst>
                <a:ext uri="{FF2B5EF4-FFF2-40B4-BE49-F238E27FC236}">
                  <a16:creationId xmlns:a16="http://schemas.microsoft.com/office/drawing/2014/main" id="{493E3E7F-CB30-AE4F-BAF4-8DE6AC48EB76}"/>
                </a:ext>
              </a:extLst>
            </p:cNvPr>
            <p:cNvSpPr>
              <a:spLocks noChangeShapeType="1"/>
            </p:cNvSpPr>
            <p:nvPr/>
          </p:nvSpPr>
          <p:spPr bwMode="auto">
            <a:xfrm>
              <a:off x="2047" y="3009"/>
              <a:ext cx="9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pPr eaLnBrk="0" hangingPunct="0"/>
              <a:endParaRPr lang="en-US" sz="2400">
                <a:latin typeface="Times New Roman" panose="02020603050405020304" pitchFamily="18" charset="0"/>
                <a:ea typeface="+mn-ea"/>
              </a:endParaRPr>
            </a:p>
          </p:txBody>
        </p:sp>
        <p:sp>
          <p:nvSpPr>
            <p:cNvPr id="73" name="Line 70">
              <a:extLst>
                <a:ext uri="{FF2B5EF4-FFF2-40B4-BE49-F238E27FC236}">
                  <a16:creationId xmlns:a16="http://schemas.microsoft.com/office/drawing/2014/main" id="{52DCD6E4-3E4F-CF2B-D3FB-40C4D3B7ECA8}"/>
                </a:ext>
              </a:extLst>
            </p:cNvPr>
            <p:cNvSpPr>
              <a:spLocks noChangeShapeType="1"/>
            </p:cNvSpPr>
            <p:nvPr/>
          </p:nvSpPr>
          <p:spPr bwMode="auto">
            <a:xfrm>
              <a:off x="1708" y="3112"/>
              <a:ext cx="363" cy="0"/>
            </a:xfrm>
            <a:prstGeom prst="line">
              <a:avLst/>
            </a:prstGeom>
            <a:noFill/>
            <a:ln w="12700">
              <a:solidFill>
                <a:schemeClr val="tx1"/>
              </a:solidFill>
              <a:round/>
              <a:headEnd type="oval" w="med" len="med"/>
              <a:tailEnd/>
            </a:ln>
            <a:extLst>
              <a:ext uri="{909E8E84-426E-40DD-AFC4-6F175D3DCCD1}">
                <a14:hiddenFill xmlns:a14="http://schemas.microsoft.com/office/drawing/2010/main">
                  <a:noFill/>
                </a14:hiddenFill>
              </a:ext>
            </a:extLst>
          </p:spPr>
          <p:txBody>
            <a:bodyPr wrap="none" lIns="90000" tIns="46800" rIns="90000" bIns="46800" anchor="ctr"/>
            <a:lstStyle/>
            <a:p>
              <a:pPr eaLnBrk="0" hangingPunct="0"/>
              <a:endParaRPr lang="en-US" sz="2400">
                <a:latin typeface="Times New Roman" panose="02020603050405020304" pitchFamily="18" charset="0"/>
                <a:ea typeface="+mn-ea"/>
              </a:endParaRPr>
            </a:p>
          </p:txBody>
        </p:sp>
        <p:sp>
          <p:nvSpPr>
            <p:cNvPr id="74" name="Line 71">
              <a:extLst>
                <a:ext uri="{FF2B5EF4-FFF2-40B4-BE49-F238E27FC236}">
                  <a16:creationId xmlns:a16="http://schemas.microsoft.com/office/drawing/2014/main" id="{578BA625-870C-6F02-3B7B-FC0CE623E674}"/>
                </a:ext>
              </a:extLst>
            </p:cNvPr>
            <p:cNvSpPr>
              <a:spLocks noChangeShapeType="1"/>
            </p:cNvSpPr>
            <p:nvPr/>
          </p:nvSpPr>
          <p:spPr bwMode="auto">
            <a:xfrm>
              <a:off x="2071" y="3112"/>
              <a:ext cx="0" cy="4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pPr eaLnBrk="0" hangingPunct="0"/>
              <a:endParaRPr lang="en-US" sz="2400">
                <a:latin typeface="Times New Roman" panose="02020603050405020304" pitchFamily="18" charset="0"/>
                <a:ea typeface="+mn-ea"/>
              </a:endParaRPr>
            </a:p>
          </p:txBody>
        </p:sp>
        <p:sp>
          <p:nvSpPr>
            <p:cNvPr id="75" name="Line 72">
              <a:extLst>
                <a:ext uri="{FF2B5EF4-FFF2-40B4-BE49-F238E27FC236}">
                  <a16:creationId xmlns:a16="http://schemas.microsoft.com/office/drawing/2014/main" id="{94936EF6-F84D-EB2F-8B6D-3381D33831EB}"/>
                </a:ext>
              </a:extLst>
            </p:cNvPr>
            <p:cNvSpPr>
              <a:spLocks noChangeShapeType="1"/>
            </p:cNvSpPr>
            <p:nvPr/>
          </p:nvSpPr>
          <p:spPr bwMode="auto">
            <a:xfrm>
              <a:off x="1980" y="3157"/>
              <a:ext cx="18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pPr eaLnBrk="0" hangingPunct="0"/>
              <a:endParaRPr lang="en-US" sz="2400">
                <a:latin typeface="Times New Roman" panose="02020603050405020304" pitchFamily="18" charset="0"/>
                <a:ea typeface="+mn-ea"/>
              </a:endParaRPr>
            </a:p>
          </p:txBody>
        </p:sp>
        <p:sp>
          <p:nvSpPr>
            <p:cNvPr id="76" name="Line 73">
              <a:extLst>
                <a:ext uri="{FF2B5EF4-FFF2-40B4-BE49-F238E27FC236}">
                  <a16:creationId xmlns:a16="http://schemas.microsoft.com/office/drawing/2014/main" id="{B48FCB05-4D54-85AB-0772-9F76025F7052}"/>
                </a:ext>
              </a:extLst>
            </p:cNvPr>
            <p:cNvSpPr>
              <a:spLocks noChangeShapeType="1"/>
            </p:cNvSpPr>
            <p:nvPr/>
          </p:nvSpPr>
          <p:spPr bwMode="auto">
            <a:xfrm>
              <a:off x="2026" y="3179"/>
              <a:ext cx="9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pPr eaLnBrk="0" hangingPunct="0"/>
              <a:endParaRPr lang="en-US" sz="2400">
                <a:latin typeface="Times New Roman" panose="02020603050405020304" pitchFamily="18" charset="0"/>
                <a:ea typeface="+mn-ea"/>
              </a:endParaRPr>
            </a:p>
          </p:txBody>
        </p:sp>
        <p:sp>
          <p:nvSpPr>
            <p:cNvPr id="77" name="Line 74">
              <a:extLst>
                <a:ext uri="{FF2B5EF4-FFF2-40B4-BE49-F238E27FC236}">
                  <a16:creationId xmlns:a16="http://schemas.microsoft.com/office/drawing/2014/main" id="{EF3D263A-4C4F-096F-E5A5-57FD2DE49C2C}"/>
                </a:ext>
              </a:extLst>
            </p:cNvPr>
            <p:cNvSpPr>
              <a:spLocks noChangeShapeType="1"/>
            </p:cNvSpPr>
            <p:nvPr/>
          </p:nvSpPr>
          <p:spPr bwMode="auto">
            <a:xfrm>
              <a:off x="2516" y="1653"/>
              <a:ext cx="363" cy="0"/>
            </a:xfrm>
            <a:prstGeom prst="line">
              <a:avLst/>
            </a:prstGeom>
            <a:noFill/>
            <a:ln w="12700">
              <a:solidFill>
                <a:schemeClr val="tx1"/>
              </a:solidFill>
              <a:round/>
              <a:headEnd type="oval" w="med" len="med"/>
              <a:tailEnd/>
            </a:ln>
            <a:extLst>
              <a:ext uri="{909E8E84-426E-40DD-AFC4-6F175D3DCCD1}">
                <a14:hiddenFill xmlns:a14="http://schemas.microsoft.com/office/drawing/2010/main">
                  <a:noFill/>
                </a14:hiddenFill>
              </a:ext>
            </a:extLst>
          </p:spPr>
          <p:txBody>
            <a:bodyPr wrap="none" lIns="90000" tIns="46800" rIns="90000" bIns="46800" anchor="ctr"/>
            <a:lstStyle/>
            <a:p>
              <a:pPr eaLnBrk="0" hangingPunct="0"/>
              <a:endParaRPr lang="en-US" sz="2400">
                <a:latin typeface="Times New Roman" panose="02020603050405020304" pitchFamily="18" charset="0"/>
                <a:ea typeface="+mn-ea"/>
              </a:endParaRPr>
            </a:p>
          </p:txBody>
        </p:sp>
        <p:sp>
          <p:nvSpPr>
            <p:cNvPr id="78" name="Line 75">
              <a:extLst>
                <a:ext uri="{FF2B5EF4-FFF2-40B4-BE49-F238E27FC236}">
                  <a16:creationId xmlns:a16="http://schemas.microsoft.com/office/drawing/2014/main" id="{45D19B15-6D30-9EFA-E475-032DBF2F99E1}"/>
                </a:ext>
              </a:extLst>
            </p:cNvPr>
            <p:cNvSpPr>
              <a:spLocks noChangeShapeType="1"/>
            </p:cNvSpPr>
            <p:nvPr/>
          </p:nvSpPr>
          <p:spPr bwMode="auto">
            <a:xfrm>
              <a:off x="2879" y="1653"/>
              <a:ext cx="0" cy="4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pPr eaLnBrk="0" hangingPunct="0"/>
              <a:endParaRPr lang="en-US" sz="2400">
                <a:latin typeface="Times New Roman" panose="02020603050405020304" pitchFamily="18" charset="0"/>
                <a:ea typeface="+mn-ea"/>
              </a:endParaRPr>
            </a:p>
          </p:txBody>
        </p:sp>
        <p:sp>
          <p:nvSpPr>
            <p:cNvPr id="79" name="Line 76">
              <a:extLst>
                <a:ext uri="{FF2B5EF4-FFF2-40B4-BE49-F238E27FC236}">
                  <a16:creationId xmlns:a16="http://schemas.microsoft.com/office/drawing/2014/main" id="{424A56BF-B1AA-2107-FB1A-97AA386E8AA2}"/>
                </a:ext>
              </a:extLst>
            </p:cNvPr>
            <p:cNvSpPr>
              <a:spLocks noChangeShapeType="1"/>
            </p:cNvSpPr>
            <p:nvPr/>
          </p:nvSpPr>
          <p:spPr bwMode="auto">
            <a:xfrm>
              <a:off x="2788" y="1698"/>
              <a:ext cx="18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pPr eaLnBrk="0" hangingPunct="0"/>
              <a:endParaRPr lang="en-US" sz="2400">
                <a:latin typeface="Times New Roman" panose="02020603050405020304" pitchFamily="18" charset="0"/>
                <a:ea typeface="+mn-ea"/>
              </a:endParaRPr>
            </a:p>
          </p:txBody>
        </p:sp>
        <p:sp>
          <p:nvSpPr>
            <p:cNvPr id="80" name="Line 77">
              <a:extLst>
                <a:ext uri="{FF2B5EF4-FFF2-40B4-BE49-F238E27FC236}">
                  <a16:creationId xmlns:a16="http://schemas.microsoft.com/office/drawing/2014/main" id="{4BEA1906-3E10-76DE-8E28-484CEFE4EEE9}"/>
                </a:ext>
              </a:extLst>
            </p:cNvPr>
            <p:cNvSpPr>
              <a:spLocks noChangeShapeType="1"/>
            </p:cNvSpPr>
            <p:nvPr/>
          </p:nvSpPr>
          <p:spPr bwMode="auto">
            <a:xfrm>
              <a:off x="2834" y="1728"/>
              <a:ext cx="9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pPr eaLnBrk="0" hangingPunct="0"/>
              <a:endParaRPr lang="en-US" sz="2400">
                <a:latin typeface="Times New Roman" panose="02020603050405020304" pitchFamily="18" charset="0"/>
                <a:ea typeface="+mn-ea"/>
              </a:endParaRPr>
            </a:p>
          </p:txBody>
        </p:sp>
        <p:sp>
          <p:nvSpPr>
            <p:cNvPr id="81" name="Line 78">
              <a:extLst>
                <a:ext uri="{FF2B5EF4-FFF2-40B4-BE49-F238E27FC236}">
                  <a16:creationId xmlns:a16="http://schemas.microsoft.com/office/drawing/2014/main" id="{881F636C-63F0-4049-1A6C-DA1DF017C81A}"/>
                </a:ext>
              </a:extLst>
            </p:cNvPr>
            <p:cNvSpPr>
              <a:spLocks noChangeShapeType="1"/>
            </p:cNvSpPr>
            <p:nvPr/>
          </p:nvSpPr>
          <p:spPr bwMode="auto">
            <a:xfrm>
              <a:off x="3410" y="1837"/>
              <a:ext cx="363" cy="0"/>
            </a:xfrm>
            <a:prstGeom prst="line">
              <a:avLst/>
            </a:prstGeom>
            <a:noFill/>
            <a:ln w="12700">
              <a:solidFill>
                <a:schemeClr val="tx1"/>
              </a:solidFill>
              <a:round/>
              <a:headEnd type="oval" w="med" len="med"/>
              <a:tailEnd/>
            </a:ln>
            <a:extLst>
              <a:ext uri="{909E8E84-426E-40DD-AFC4-6F175D3DCCD1}">
                <a14:hiddenFill xmlns:a14="http://schemas.microsoft.com/office/drawing/2010/main">
                  <a:noFill/>
                </a14:hiddenFill>
              </a:ext>
            </a:extLst>
          </p:spPr>
          <p:txBody>
            <a:bodyPr wrap="none" lIns="90000" tIns="46800" rIns="90000" bIns="46800" anchor="ctr"/>
            <a:lstStyle/>
            <a:p>
              <a:pPr eaLnBrk="0" hangingPunct="0"/>
              <a:endParaRPr lang="en-US" sz="2400">
                <a:latin typeface="Times New Roman" panose="02020603050405020304" pitchFamily="18" charset="0"/>
                <a:ea typeface="+mn-ea"/>
              </a:endParaRPr>
            </a:p>
          </p:txBody>
        </p:sp>
        <p:sp>
          <p:nvSpPr>
            <p:cNvPr id="82" name="Line 79">
              <a:extLst>
                <a:ext uri="{FF2B5EF4-FFF2-40B4-BE49-F238E27FC236}">
                  <a16:creationId xmlns:a16="http://schemas.microsoft.com/office/drawing/2014/main" id="{0CBC48D7-05D5-6E67-A38B-C3F855ECD403}"/>
                </a:ext>
              </a:extLst>
            </p:cNvPr>
            <p:cNvSpPr>
              <a:spLocks noChangeShapeType="1"/>
            </p:cNvSpPr>
            <p:nvPr/>
          </p:nvSpPr>
          <p:spPr bwMode="auto">
            <a:xfrm>
              <a:off x="3773" y="1837"/>
              <a:ext cx="0" cy="4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pPr eaLnBrk="0" hangingPunct="0"/>
              <a:endParaRPr lang="en-US" sz="2400">
                <a:latin typeface="Times New Roman" panose="02020603050405020304" pitchFamily="18" charset="0"/>
                <a:ea typeface="+mn-ea"/>
              </a:endParaRPr>
            </a:p>
          </p:txBody>
        </p:sp>
        <p:sp>
          <p:nvSpPr>
            <p:cNvPr id="83" name="Line 80">
              <a:extLst>
                <a:ext uri="{FF2B5EF4-FFF2-40B4-BE49-F238E27FC236}">
                  <a16:creationId xmlns:a16="http://schemas.microsoft.com/office/drawing/2014/main" id="{10F9AD30-9DF2-3455-583B-B1904FBCFC6D}"/>
                </a:ext>
              </a:extLst>
            </p:cNvPr>
            <p:cNvSpPr>
              <a:spLocks noChangeShapeType="1"/>
            </p:cNvSpPr>
            <p:nvPr/>
          </p:nvSpPr>
          <p:spPr bwMode="auto">
            <a:xfrm>
              <a:off x="3682" y="1882"/>
              <a:ext cx="18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pPr eaLnBrk="0" hangingPunct="0"/>
              <a:endParaRPr lang="en-US" sz="2400">
                <a:latin typeface="Times New Roman" panose="02020603050405020304" pitchFamily="18" charset="0"/>
                <a:ea typeface="+mn-ea"/>
              </a:endParaRPr>
            </a:p>
          </p:txBody>
        </p:sp>
        <p:sp>
          <p:nvSpPr>
            <p:cNvPr id="84" name="Line 81">
              <a:extLst>
                <a:ext uri="{FF2B5EF4-FFF2-40B4-BE49-F238E27FC236}">
                  <a16:creationId xmlns:a16="http://schemas.microsoft.com/office/drawing/2014/main" id="{53C5E459-65A1-E193-5914-FAC477DABC09}"/>
                </a:ext>
              </a:extLst>
            </p:cNvPr>
            <p:cNvSpPr>
              <a:spLocks noChangeShapeType="1"/>
            </p:cNvSpPr>
            <p:nvPr/>
          </p:nvSpPr>
          <p:spPr bwMode="auto">
            <a:xfrm>
              <a:off x="3728" y="1912"/>
              <a:ext cx="9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pPr eaLnBrk="0" hangingPunct="0"/>
              <a:endParaRPr lang="en-US" sz="2400">
                <a:latin typeface="Times New Roman" panose="02020603050405020304" pitchFamily="18" charset="0"/>
                <a:ea typeface="+mn-ea"/>
              </a:endParaRPr>
            </a:p>
          </p:txBody>
        </p:sp>
        <p:sp>
          <p:nvSpPr>
            <p:cNvPr id="85" name="Line 82">
              <a:extLst>
                <a:ext uri="{FF2B5EF4-FFF2-40B4-BE49-F238E27FC236}">
                  <a16:creationId xmlns:a16="http://schemas.microsoft.com/office/drawing/2014/main" id="{2B7ABB95-8622-6B30-D6F2-C4A2EDF34871}"/>
                </a:ext>
              </a:extLst>
            </p:cNvPr>
            <p:cNvSpPr>
              <a:spLocks noChangeShapeType="1"/>
            </p:cNvSpPr>
            <p:nvPr/>
          </p:nvSpPr>
          <p:spPr bwMode="auto">
            <a:xfrm>
              <a:off x="3416" y="2395"/>
              <a:ext cx="363" cy="0"/>
            </a:xfrm>
            <a:prstGeom prst="line">
              <a:avLst/>
            </a:prstGeom>
            <a:noFill/>
            <a:ln w="12700">
              <a:solidFill>
                <a:schemeClr val="tx1"/>
              </a:solidFill>
              <a:round/>
              <a:headEnd type="oval" w="med" len="med"/>
              <a:tailEnd/>
            </a:ln>
            <a:extLst>
              <a:ext uri="{909E8E84-426E-40DD-AFC4-6F175D3DCCD1}">
                <a14:hiddenFill xmlns:a14="http://schemas.microsoft.com/office/drawing/2010/main">
                  <a:noFill/>
                </a14:hiddenFill>
              </a:ext>
            </a:extLst>
          </p:spPr>
          <p:txBody>
            <a:bodyPr wrap="none" lIns="90000" tIns="46800" rIns="90000" bIns="46800" anchor="ctr"/>
            <a:lstStyle/>
            <a:p>
              <a:pPr eaLnBrk="0" hangingPunct="0"/>
              <a:endParaRPr lang="en-US" sz="2400">
                <a:latin typeface="Times New Roman" panose="02020603050405020304" pitchFamily="18" charset="0"/>
                <a:ea typeface="+mn-ea"/>
              </a:endParaRPr>
            </a:p>
          </p:txBody>
        </p:sp>
        <p:sp>
          <p:nvSpPr>
            <p:cNvPr id="86" name="Line 83">
              <a:extLst>
                <a:ext uri="{FF2B5EF4-FFF2-40B4-BE49-F238E27FC236}">
                  <a16:creationId xmlns:a16="http://schemas.microsoft.com/office/drawing/2014/main" id="{F37D2C0A-E6A2-870D-3577-8404CD988B98}"/>
                </a:ext>
              </a:extLst>
            </p:cNvPr>
            <p:cNvSpPr>
              <a:spLocks noChangeShapeType="1"/>
            </p:cNvSpPr>
            <p:nvPr/>
          </p:nvSpPr>
          <p:spPr bwMode="auto">
            <a:xfrm>
              <a:off x="3779" y="2395"/>
              <a:ext cx="0" cy="4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pPr eaLnBrk="0" hangingPunct="0"/>
              <a:endParaRPr lang="en-US" sz="2400">
                <a:latin typeface="Times New Roman" panose="02020603050405020304" pitchFamily="18" charset="0"/>
                <a:ea typeface="+mn-ea"/>
              </a:endParaRPr>
            </a:p>
          </p:txBody>
        </p:sp>
        <p:sp>
          <p:nvSpPr>
            <p:cNvPr id="87" name="Line 84">
              <a:extLst>
                <a:ext uri="{FF2B5EF4-FFF2-40B4-BE49-F238E27FC236}">
                  <a16:creationId xmlns:a16="http://schemas.microsoft.com/office/drawing/2014/main" id="{575D7646-7416-0E30-C498-47460D41F14F}"/>
                </a:ext>
              </a:extLst>
            </p:cNvPr>
            <p:cNvSpPr>
              <a:spLocks noChangeShapeType="1"/>
            </p:cNvSpPr>
            <p:nvPr/>
          </p:nvSpPr>
          <p:spPr bwMode="auto">
            <a:xfrm>
              <a:off x="3688" y="2440"/>
              <a:ext cx="18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pPr eaLnBrk="0" hangingPunct="0"/>
              <a:endParaRPr lang="en-US" sz="2400">
                <a:latin typeface="Times New Roman" panose="02020603050405020304" pitchFamily="18" charset="0"/>
                <a:ea typeface="+mn-ea"/>
              </a:endParaRPr>
            </a:p>
          </p:txBody>
        </p:sp>
        <p:sp>
          <p:nvSpPr>
            <p:cNvPr id="88" name="Line 85">
              <a:extLst>
                <a:ext uri="{FF2B5EF4-FFF2-40B4-BE49-F238E27FC236}">
                  <a16:creationId xmlns:a16="http://schemas.microsoft.com/office/drawing/2014/main" id="{15C9940C-753B-59BB-B59E-625BEF2FCA06}"/>
                </a:ext>
              </a:extLst>
            </p:cNvPr>
            <p:cNvSpPr>
              <a:spLocks noChangeShapeType="1"/>
            </p:cNvSpPr>
            <p:nvPr/>
          </p:nvSpPr>
          <p:spPr bwMode="auto">
            <a:xfrm>
              <a:off x="3734" y="2470"/>
              <a:ext cx="9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pPr eaLnBrk="0" hangingPunct="0"/>
              <a:endParaRPr lang="en-US" sz="2400">
                <a:latin typeface="Times New Roman" panose="02020603050405020304" pitchFamily="18" charset="0"/>
                <a:ea typeface="+mn-ea"/>
              </a:endParaRPr>
            </a:p>
          </p:txBody>
        </p:sp>
        <p:sp>
          <p:nvSpPr>
            <p:cNvPr id="89" name="Line 86">
              <a:extLst>
                <a:ext uri="{FF2B5EF4-FFF2-40B4-BE49-F238E27FC236}">
                  <a16:creationId xmlns:a16="http://schemas.microsoft.com/office/drawing/2014/main" id="{D4FE9207-9297-238F-2F72-37F064133A49}"/>
                </a:ext>
              </a:extLst>
            </p:cNvPr>
            <p:cNvSpPr>
              <a:spLocks noChangeShapeType="1"/>
            </p:cNvSpPr>
            <p:nvPr/>
          </p:nvSpPr>
          <p:spPr bwMode="auto">
            <a:xfrm>
              <a:off x="3424" y="2752"/>
              <a:ext cx="363" cy="0"/>
            </a:xfrm>
            <a:prstGeom prst="line">
              <a:avLst/>
            </a:prstGeom>
            <a:noFill/>
            <a:ln w="12700">
              <a:solidFill>
                <a:schemeClr val="tx1"/>
              </a:solidFill>
              <a:round/>
              <a:headEnd type="oval" w="med" len="med"/>
              <a:tailEnd/>
            </a:ln>
            <a:extLst>
              <a:ext uri="{909E8E84-426E-40DD-AFC4-6F175D3DCCD1}">
                <a14:hiddenFill xmlns:a14="http://schemas.microsoft.com/office/drawing/2010/main">
                  <a:noFill/>
                </a14:hiddenFill>
              </a:ext>
            </a:extLst>
          </p:spPr>
          <p:txBody>
            <a:bodyPr wrap="none" lIns="90000" tIns="46800" rIns="90000" bIns="46800" anchor="ctr"/>
            <a:lstStyle/>
            <a:p>
              <a:pPr eaLnBrk="0" hangingPunct="0"/>
              <a:endParaRPr lang="en-US" sz="2400">
                <a:latin typeface="Times New Roman" panose="02020603050405020304" pitchFamily="18" charset="0"/>
                <a:ea typeface="+mn-ea"/>
              </a:endParaRPr>
            </a:p>
          </p:txBody>
        </p:sp>
        <p:sp>
          <p:nvSpPr>
            <p:cNvPr id="90" name="Line 87">
              <a:extLst>
                <a:ext uri="{FF2B5EF4-FFF2-40B4-BE49-F238E27FC236}">
                  <a16:creationId xmlns:a16="http://schemas.microsoft.com/office/drawing/2014/main" id="{DC47B207-E2B5-A52F-9BDB-4B254180693A}"/>
                </a:ext>
              </a:extLst>
            </p:cNvPr>
            <p:cNvSpPr>
              <a:spLocks noChangeShapeType="1"/>
            </p:cNvSpPr>
            <p:nvPr/>
          </p:nvSpPr>
          <p:spPr bwMode="auto">
            <a:xfrm>
              <a:off x="3787" y="2752"/>
              <a:ext cx="0" cy="4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pPr eaLnBrk="0" hangingPunct="0"/>
              <a:endParaRPr lang="en-US" sz="2400">
                <a:latin typeface="Times New Roman" panose="02020603050405020304" pitchFamily="18" charset="0"/>
                <a:ea typeface="+mn-ea"/>
              </a:endParaRPr>
            </a:p>
          </p:txBody>
        </p:sp>
        <p:sp>
          <p:nvSpPr>
            <p:cNvPr id="91" name="Line 88">
              <a:extLst>
                <a:ext uri="{FF2B5EF4-FFF2-40B4-BE49-F238E27FC236}">
                  <a16:creationId xmlns:a16="http://schemas.microsoft.com/office/drawing/2014/main" id="{73107F14-51F4-4717-82D5-4FF066FFA53F}"/>
                </a:ext>
              </a:extLst>
            </p:cNvPr>
            <p:cNvSpPr>
              <a:spLocks noChangeShapeType="1"/>
            </p:cNvSpPr>
            <p:nvPr/>
          </p:nvSpPr>
          <p:spPr bwMode="auto">
            <a:xfrm>
              <a:off x="3696" y="2797"/>
              <a:ext cx="18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pPr eaLnBrk="0" hangingPunct="0"/>
              <a:endParaRPr lang="en-US" sz="2400">
                <a:latin typeface="Times New Roman" panose="02020603050405020304" pitchFamily="18" charset="0"/>
                <a:ea typeface="+mn-ea"/>
              </a:endParaRPr>
            </a:p>
          </p:txBody>
        </p:sp>
        <p:sp>
          <p:nvSpPr>
            <p:cNvPr id="92" name="Line 89">
              <a:extLst>
                <a:ext uri="{FF2B5EF4-FFF2-40B4-BE49-F238E27FC236}">
                  <a16:creationId xmlns:a16="http://schemas.microsoft.com/office/drawing/2014/main" id="{D36F8F21-823C-7422-9637-79A0BD0C5D8E}"/>
                </a:ext>
              </a:extLst>
            </p:cNvPr>
            <p:cNvSpPr>
              <a:spLocks noChangeShapeType="1"/>
            </p:cNvSpPr>
            <p:nvPr/>
          </p:nvSpPr>
          <p:spPr bwMode="auto">
            <a:xfrm>
              <a:off x="3742" y="2827"/>
              <a:ext cx="9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pPr eaLnBrk="0" hangingPunct="0"/>
              <a:endParaRPr lang="en-US" sz="2400">
                <a:latin typeface="Times New Roman" panose="02020603050405020304" pitchFamily="18" charset="0"/>
                <a:ea typeface="+mn-ea"/>
              </a:endParaRPr>
            </a:p>
          </p:txBody>
        </p:sp>
        <p:sp>
          <p:nvSpPr>
            <p:cNvPr id="93" name="Line 90">
              <a:extLst>
                <a:ext uri="{FF2B5EF4-FFF2-40B4-BE49-F238E27FC236}">
                  <a16:creationId xmlns:a16="http://schemas.microsoft.com/office/drawing/2014/main" id="{EEEC6342-27AC-71F8-13C3-8056E9520D2F}"/>
                </a:ext>
              </a:extLst>
            </p:cNvPr>
            <p:cNvSpPr>
              <a:spLocks noChangeShapeType="1"/>
            </p:cNvSpPr>
            <p:nvPr/>
          </p:nvSpPr>
          <p:spPr bwMode="auto">
            <a:xfrm>
              <a:off x="3424" y="3288"/>
              <a:ext cx="363" cy="0"/>
            </a:xfrm>
            <a:prstGeom prst="line">
              <a:avLst/>
            </a:prstGeom>
            <a:noFill/>
            <a:ln w="12700">
              <a:solidFill>
                <a:schemeClr val="tx1"/>
              </a:solidFill>
              <a:round/>
              <a:headEnd type="oval" w="med" len="med"/>
              <a:tailEnd/>
            </a:ln>
            <a:extLst>
              <a:ext uri="{909E8E84-426E-40DD-AFC4-6F175D3DCCD1}">
                <a14:hiddenFill xmlns:a14="http://schemas.microsoft.com/office/drawing/2010/main">
                  <a:noFill/>
                </a14:hiddenFill>
              </a:ext>
            </a:extLst>
          </p:spPr>
          <p:txBody>
            <a:bodyPr wrap="none" lIns="90000" tIns="46800" rIns="90000" bIns="46800" anchor="ctr"/>
            <a:lstStyle/>
            <a:p>
              <a:pPr eaLnBrk="0" hangingPunct="0"/>
              <a:endParaRPr lang="en-US" sz="2400">
                <a:latin typeface="Times New Roman" panose="02020603050405020304" pitchFamily="18" charset="0"/>
                <a:ea typeface="+mn-ea"/>
              </a:endParaRPr>
            </a:p>
          </p:txBody>
        </p:sp>
        <p:sp>
          <p:nvSpPr>
            <p:cNvPr id="94" name="Line 91">
              <a:extLst>
                <a:ext uri="{FF2B5EF4-FFF2-40B4-BE49-F238E27FC236}">
                  <a16:creationId xmlns:a16="http://schemas.microsoft.com/office/drawing/2014/main" id="{3A230160-354A-8415-9485-39A8B0D91CBE}"/>
                </a:ext>
              </a:extLst>
            </p:cNvPr>
            <p:cNvSpPr>
              <a:spLocks noChangeShapeType="1"/>
            </p:cNvSpPr>
            <p:nvPr/>
          </p:nvSpPr>
          <p:spPr bwMode="auto">
            <a:xfrm>
              <a:off x="3787" y="3288"/>
              <a:ext cx="0" cy="4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pPr eaLnBrk="0" hangingPunct="0"/>
              <a:endParaRPr lang="en-US" sz="2400">
                <a:latin typeface="Times New Roman" panose="02020603050405020304" pitchFamily="18" charset="0"/>
                <a:ea typeface="+mn-ea"/>
              </a:endParaRPr>
            </a:p>
          </p:txBody>
        </p:sp>
        <p:sp>
          <p:nvSpPr>
            <p:cNvPr id="95" name="Line 92">
              <a:extLst>
                <a:ext uri="{FF2B5EF4-FFF2-40B4-BE49-F238E27FC236}">
                  <a16:creationId xmlns:a16="http://schemas.microsoft.com/office/drawing/2014/main" id="{914948A0-7B4B-8619-F1DA-A449A5987BBF}"/>
                </a:ext>
              </a:extLst>
            </p:cNvPr>
            <p:cNvSpPr>
              <a:spLocks noChangeShapeType="1"/>
            </p:cNvSpPr>
            <p:nvPr/>
          </p:nvSpPr>
          <p:spPr bwMode="auto">
            <a:xfrm>
              <a:off x="3696" y="3333"/>
              <a:ext cx="18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pPr eaLnBrk="0" hangingPunct="0"/>
              <a:endParaRPr lang="en-US" sz="2400">
                <a:latin typeface="Times New Roman" panose="02020603050405020304" pitchFamily="18" charset="0"/>
                <a:ea typeface="+mn-ea"/>
              </a:endParaRPr>
            </a:p>
          </p:txBody>
        </p:sp>
        <p:sp>
          <p:nvSpPr>
            <p:cNvPr id="96" name="Line 93">
              <a:extLst>
                <a:ext uri="{FF2B5EF4-FFF2-40B4-BE49-F238E27FC236}">
                  <a16:creationId xmlns:a16="http://schemas.microsoft.com/office/drawing/2014/main" id="{3293D2D7-2EED-93AE-E33A-D3AB5D9C6A44}"/>
                </a:ext>
              </a:extLst>
            </p:cNvPr>
            <p:cNvSpPr>
              <a:spLocks noChangeShapeType="1"/>
            </p:cNvSpPr>
            <p:nvPr/>
          </p:nvSpPr>
          <p:spPr bwMode="auto">
            <a:xfrm>
              <a:off x="3742" y="3363"/>
              <a:ext cx="9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pPr eaLnBrk="0" hangingPunct="0"/>
              <a:endParaRPr lang="en-US" sz="2400">
                <a:latin typeface="Times New Roman" panose="02020603050405020304" pitchFamily="18" charset="0"/>
                <a:ea typeface="+mn-ea"/>
              </a:endParaRPr>
            </a:p>
          </p:txBody>
        </p:sp>
      </p:grpSp>
      <p:sp>
        <p:nvSpPr>
          <p:cNvPr id="97" name="Text Box 94">
            <a:extLst>
              <a:ext uri="{FF2B5EF4-FFF2-40B4-BE49-F238E27FC236}">
                <a16:creationId xmlns:a16="http://schemas.microsoft.com/office/drawing/2014/main" id="{694F22FD-AB2B-31BC-4F0A-CE8297258475}"/>
              </a:ext>
            </a:extLst>
          </p:cNvPr>
          <p:cNvSpPr txBox="1">
            <a:spLocks noChangeArrowheads="1"/>
          </p:cNvSpPr>
          <p:nvPr/>
        </p:nvSpPr>
        <p:spPr bwMode="auto">
          <a:xfrm>
            <a:off x="3465514" y="1225551"/>
            <a:ext cx="5792787" cy="402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90000" tIns="46800" rIns="90000" bIns="46800">
            <a:spAutoFit/>
          </a:bodyP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spcBef>
                <a:spcPct val="0"/>
              </a:spcBef>
              <a:buClrTx/>
              <a:buSzTx/>
              <a:buNone/>
            </a:pPr>
            <a:r>
              <a:rPr kumimoji="0" lang="en-US" altLang="en-US" sz="2000" dirty="0">
                <a:solidFill>
                  <a:schemeClr val="tx1"/>
                </a:solidFill>
                <a:latin typeface="Arial" panose="020B0604020202020204" pitchFamily="34" charset="0"/>
                <a:ea typeface="MS PGothic" panose="020B0600070205080204" pitchFamily="34" charset="-128"/>
              </a:rPr>
              <a:t>Keys: </a:t>
            </a:r>
            <a:r>
              <a:rPr kumimoji="0" lang="en-US" altLang="en-US" sz="2000" b="0" dirty="0">
                <a:solidFill>
                  <a:schemeClr val="tx1"/>
                </a:solidFill>
                <a:latin typeface="Arial" panose="020B0604020202020204" pitchFamily="34" charset="0"/>
                <a:ea typeface="MS PGothic" panose="020B0600070205080204" pitchFamily="34" charset="-128"/>
              </a:rPr>
              <a:t>0, 1, 4, 9, 16, 25, 36, 49, 64, 81</a:t>
            </a:r>
          </a:p>
        </p:txBody>
      </p:sp>
      <p:sp>
        <p:nvSpPr>
          <p:cNvPr id="98" name="Text Box 95">
            <a:extLst>
              <a:ext uri="{FF2B5EF4-FFF2-40B4-BE49-F238E27FC236}">
                <a16:creationId xmlns:a16="http://schemas.microsoft.com/office/drawing/2014/main" id="{5B11CCD5-1395-1A6C-A699-E3017F9B1199}"/>
              </a:ext>
            </a:extLst>
          </p:cNvPr>
          <p:cNvSpPr txBox="1">
            <a:spLocks noChangeArrowheads="1"/>
          </p:cNvSpPr>
          <p:nvPr/>
        </p:nvSpPr>
        <p:spPr bwMode="auto">
          <a:xfrm>
            <a:off x="4333875" y="1644651"/>
            <a:ext cx="2534966" cy="371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90000" tIns="46800" rIns="90000" bIns="46800">
            <a:spAutoFit/>
          </a:bodyPr>
          <a:lstStyle>
            <a:lvl1pPr>
              <a:spcBef>
                <a:spcPct val="20000"/>
              </a:spcBef>
              <a:buClr>
                <a:srgbClr val="A50021"/>
              </a:buClr>
              <a:buSzPct val="75000"/>
              <a:buFont typeface="Monotype Sorts" pitchFamily="2" charset="2"/>
              <a:buChar char="b"/>
              <a:defRPr kumimoji="1" sz="2400" b="1">
                <a:solidFill>
                  <a:srgbClr val="FFFF99"/>
                </a:solidFill>
                <a:latin typeface="Times New Roman" panose="02020603050405020304" pitchFamily="18" charset="0"/>
              </a:defRPr>
            </a:lvl1pPr>
            <a:lvl2pPr marL="742950" indent="-285750">
              <a:spcBef>
                <a:spcPct val="20000"/>
              </a:spcBef>
              <a:buClr>
                <a:srgbClr val="A50021"/>
              </a:buClr>
              <a:buChar char="•"/>
              <a:defRPr kumimoji="1" sz="2000" b="1">
                <a:solidFill>
                  <a:srgbClr val="FFFF99"/>
                </a:solidFill>
                <a:latin typeface="Times New Roman" panose="02020603050405020304" pitchFamily="18" charset="0"/>
              </a:defRPr>
            </a:lvl2pPr>
            <a:lvl3pPr marL="1143000" indent="-228600">
              <a:spcBef>
                <a:spcPct val="20000"/>
              </a:spcBef>
              <a:buClr>
                <a:srgbClr val="A50021"/>
              </a:buClr>
              <a:buChar char="–"/>
              <a:defRPr kumimoji="1" b="1">
                <a:solidFill>
                  <a:srgbClr val="FFFF99"/>
                </a:solidFill>
                <a:latin typeface="Times New Roman" panose="02020603050405020304" pitchFamily="18" charset="0"/>
              </a:defRPr>
            </a:lvl3pPr>
            <a:lvl4pPr marL="1600200" indent="-228600">
              <a:spcBef>
                <a:spcPct val="20000"/>
              </a:spcBef>
              <a:buClr>
                <a:srgbClr val="A50021"/>
              </a:buClr>
              <a:buChar char="–"/>
              <a:defRPr kumimoji="1" b="1">
                <a:solidFill>
                  <a:srgbClr val="FFFF99"/>
                </a:solidFill>
                <a:latin typeface="Times New Roman" panose="02020603050405020304" pitchFamily="18" charset="0"/>
              </a:defRPr>
            </a:lvl4pPr>
            <a:lvl5pPr marL="2057400" indent="-228600">
              <a:spcBef>
                <a:spcPct val="20000"/>
              </a:spcBef>
              <a:buClr>
                <a:srgbClr val="A50021"/>
              </a:buClr>
              <a:buChar char="»"/>
              <a:defRPr kumimoji="1" b="1">
                <a:solidFill>
                  <a:srgbClr val="FFFF99"/>
                </a:solidFill>
                <a:latin typeface="Times New Roman" panose="02020603050405020304"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anose="02020603050405020304" pitchFamily="18" charset="0"/>
              </a:defRPr>
            </a:lvl9pPr>
          </a:lstStyle>
          <a:p>
            <a:pPr>
              <a:spcBef>
                <a:spcPct val="0"/>
              </a:spcBef>
              <a:buClrTx/>
              <a:buSzTx/>
              <a:buNone/>
            </a:pPr>
            <a:r>
              <a:rPr kumimoji="0" lang="en-US" altLang="en-US" sz="1800" b="0" dirty="0">
                <a:solidFill>
                  <a:schemeClr val="tx1"/>
                </a:solidFill>
                <a:latin typeface="Arial" panose="020B0604020202020204" pitchFamily="34" charset="0"/>
                <a:ea typeface="MS PGothic" panose="020B0600070205080204" pitchFamily="34" charset="-128"/>
              </a:rPr>
              <a:t>hash(key) = key % 10 </a:t>
            </a:r>
          </a:p>
        </p:txBody>
      </p:sp>
      <p:sp>
        <p:nvSpPr>
          <p:cNvPr id="9" name="Rectangle 8">
            <a:extLst>
              <a:ext uri="{FF2B5EF4-FFF2-40B4-BE49-F238E27FC236}">
                <a16:creationId xmlns:a16="http://schemas.microsoft.com/office/drawing/2014/main" id="{28CA12EB-87EB-9D45-D892-ECD1F5AAE198}"/>
              </a:ext>
            </a:extLst>
          </p:cNvPr>
          <p:cNvSpPr/>
          <p:nvPr/>
        </p:nvSpPr>
        <p:spPr>
          <a:xfrm>
            <a:off x="5525589" y="1627842"/>
            <a:ext cx="1343248" cy="376647"/>
          </a:xfrm>
          <a:prstGeom prst="rect">
            <a:avLst/>
          </a:prstGeom>
          <a:solidFill>
            <a:srgbClr val="FFFF00">
              <a:alpha val="3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Rectangle 98">
            <a:extLst>
              <a:ext uri="{FF2B5EF4-FFF2-40B4-BE49-F238E27FC236}">
                <a16:creationId xmlns:a16="http://schemas.microsoft.com/office/drawing/2014/main" id="{64DD4405-1F6E-3B93-B454-1BB426888281}"/>
              </a:ext>
            </a:extLst>
          </p:cNvPr>
          <p:cNvSpPr/>
          <p:nvPr/>
        </p:nvSpPr>
        <p:spPr>
          <a:xfrm>
            <a:off x="3235234" y="5738449"/>
            <a:ext cx="433275" cy="380252"/>
          </a:xfrm>
          <a:prstGeom prst="rect">
            <a:avLst/>
          </a:prstGeom>
          <a:solidFill>
            <a:srgbClr val="FFFF00">
              <a:alpha val="3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Rectangle 99">
            <a:extLst>
              <a:ext uri="{FF2B5EF4-FFF2-40B4-BE49-F238E27FC236}">
                <a16:creationId xmlns:a16="http://schemas.microsoft.com/office/drawing/2014/main" id="{4056B99D-8E96-03D2-F320-C4E20EE3A589}"/>
              </a:ext>
            </a:extLst>
          </p:cNvPr>
          <p:cNvSpPr/>
          <p:nvPr/>
        </p:nvSpPr>
        <p:spPr>
          <a:xfrm>
            <a:off x="3224325" y="2286748"/>
            <a:ext cx="433275" cy="380252"/>
          </a:xfrm>
          <a:prstGeom prst="rect">
            <a:avLst/>
          </a:prstGeom>
          <a:solidFill>
            <a:srgbClr val="FFFF00">
              <a:alpha val="3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494429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title"/>
          </p:nvPr>
        </p:nvSpPr>
        <p:spPr>
          <a:xfrm>
            <a:off x="457200" y="338065"/>
            <a:ext cx="11065008" cy="500137"/>
          </a:xfrm>
          <a:prstGeom prst="rect">
            <a:avLst/>
          </a:prstGeom>
          <a:solidFill>
            <a:schemeClr val="bg1"/>
          </a:solidFill>
          <a:ln>
            <a:noFill/>
          </a:ln>
        </p:spPr>
        <p:txBody>
          <a:bodyPr vert="horz" wrap="square" lIns="0" tIns="0" rIns="0" bIns="0" numCol="1" rtlCol="0" anchor="ctr" anchorCtr="0" compatLnSpc="1">
            <a:prstTxWarp prst="textNoShape">
              <a:avLst/>
            </a:prstTxWarp>
            <a:spAutoFit/>
          </a:bodyPr>
          <a:lstStyle/>
          <a:p>
            <a:pPr marL="11527">
              <a:lnSpc>
                <a:spcPts val="3916"/>
              </a:lnSpc>
            </a:pPr>
            <a:r>
              <a:rPr lang="en-US" sz="3800" b="1" dirty="0">
                <a:solidFill>
                  <a:srgbClr val="0070C0"/>
                </a:solidFill>
              </a:rPr>
              <a:t>Open Hashing (Separate Chaining), Contd.</a:t>
            </a:r>
            <a:endParaRPr sz="3800" b="1" dirty="0">
              <a:solidFill>
                <a:srgbClr val="0070C0"/>
              </a:solidFill>
            </a:endParaRPr>
          </a:p>
        </p:txBody>
      </p:sp>
      <p:sp>
        <p:nvSpPr>
          <p:cNvPr id="3" name="Slide Number Placeholder 2"/>
          <p:cNvSpPr>
            <a:spLocks noGrp="1"/>
          </p:cNvSpPr>
          <p:nvPr>
            <p:ph type="sldNum" sz="quarter" idx="4294967295"/>
          </p:nvPr>
        </p:nvSpPr>
        <p:spPr>
          <a:xfrm>
            <a:off x="8737600" y="6356351"/>
            <a:ext cx="2844800" cy="365125"/>
          </a:xfrm>
          <a:prstGeom prst="rect">
            <a:avLst/>
          </a:prstGeom>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C65781BD-3F4D-4CA7-A858-CE94DEA3B426}" type="slidenum">
              <a:rPr kumimoji="0" lang="en-US" sz="1800" b="0" i="0" u="none" strike="noStrike" kern="1200" cap="none" spc="0" normalizeH="0" baseline="0" noProof="0" smtClean="0">
                <a:ln>
                  <a:noFill/>
                </a:ln>
                <a:solidFill>
                  <a:srgbClr val="000000"/>
                </a:solidFill>
                <a:effectLst/>
                <a:uLnTx/>
                <a:uFillTx/>
                <a:latin typeface="Arial" charset="0"/>
                <a:ea typeface="ＭＳ Ｐゴシック"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24</a:t>
            </a:fld>
            <a:endParaRPr kumimoji="0" lang="en-US" sz="1800" b="0" i="0" u="none" strike="noStrike" kern="1200" cap="none" spc="0" normalizeH="0" baseline="0" noProof="0" dirty="0">
              <a:ln>
                <a:noFill/>
              </a:ln>
              <a:solidFill>
                <a:srgbClr val="000000"/>
              </a:solidFill>
              <a:effectLst/>
              <a:uLnTx/>
              <a:uFillTx/>
              <a:latin typeface="Arial" charset="0"/>
              <a:ea typeface="ＭＳ Ｐゴシック" pitchFamily="34" charset="-128"/>
              <a:cs typeface="+mn-cs"/>
            </a:endParaRPr>
          </a:p>
        </p:txBody>
      </p:sp>
      <p:sp>
        <p:nvSpPr>
          <p:cNvPr id="9" name="object 7">
            <a:extLst>
              <a:ext uri="{FF2B5EF4-FFF2-40B4-BE49-F238E27FC236}">
                <a16:creationId xmlns:a16="http://schemas.microsoft.com/office/drawing/2014/main" id="{ACB0B48A-560D-4839-8006-6097D80F76DB}"/>
              </a:ext>
            </a:extLst>
          </p:cNvPr>
          <p:cNvSpPr txBox="1">
            <a:spLocks/>
          </p:cNvSpPr>
          <p:nvPr/>
        </p:nvSpPr>
        <p:spPr bwMode="auto">
          <a:xfrm>
            <a:off x="457200" y="1228384"/>
            <a:ext cx="11430000" cy="4995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lvl1pPr marL="342900" indent="-342900" algn="l" rtl="0" eaLnBrk="1" fontAlgn="base" hangingPunct="1">
              <a:spcBef>
                <a:spcPct val="20000"/>
              </a:spcBef>
              <a:spcAft>
                <a:spcPct val="0"/>
              </a:spcAft>
              <a:buSzPct val="75000"/>
              <a:buBlip>
                <a:blip r:embed="rId3"/>
              </a:buBlip>
              <a:defRPr sz="3200">
                <a:solidFill>
                  <a:schemeClr val="tx1"/>
                </a:solidFill>
                <a:latin typeface="+mn-lt"/>
                <a:ea typeface="ＭＳ Ｐゴシック" charset="0"/>
                <a:cs typeface="+mn-cs"/>
              </a:defRPr>
            </a:lvl1pPr>
            <a:lvl2pPr marL="742950" indent="-285750" algn="l" rtl="0" eaLnBrk="1" fontAlgn="base" hangingPunct="1">
              <a:spcBef>
                <a:spcPct val="20000"/>
              </a:spcBef>
              <a:spcAft>
                <a:spcPct val="0"/>
              </a:spcAft>
              <a:buSzPct val="65000"/>
              <a:buBlip>
                <a:blip r:embed="rId4"/>
              </a:buBlip>
              <a:defRPr sz="2800">
                <a:solidFill>
                  <a:srgbClr val="000050"/>
                </a:solidFill>
                <a:latin typeface="+mn-lt"/>
                <a:ea typeface="ＭＳ Ｐゴシック" charset="0"/>
              </a:defRPr>
            </a:lvl2pPr>
            <a:lvl3pPr marL="1143000" indent="-228600" algn="l" rtl="0" eaLnBrk="1" fontAlgn="base" hangingPunct="1">
              <a:spcBef>
                <a:spcPct val="20000"/>
              </a:spcBef>
              <a:spcAft>
                <a:spcPct val="0"/>
              </a:spcAft>
              <a:buSzPct val="65000"/>
              <a:buBlip>
                <a:blip r:embed="rId5"/>
              </a:buBlip>
              <a:defRPr sz="2400">
                <a:solidFill>
                  <a:schemeClr val="tx1"/>
                </a:solidFill>
                <a:latin typeface="+mn-lt"/>
                <a:ea typeface="ＭＳ Ｐゴシック" charset="0"/>
              </a:defRPr>
            </a:lvl3pPr>
            <a:lvl4pPr marL="1600200" indent="-228600" algn="l" rtl="0" eaLnBrk="1" fontAlgn="base" hangingPunct="1">
              <a:spcBef>
                <a:spcPct val="20000"/>
              </a:spcBef>
              <a:spcAft>
                <a:spcPct val="0"/>
              </a:spcAft>
              <a:buChar char="–"/>
              <a:defRPr sz="2000">
                <a:solidFill>
                  <a:schemeClr val="tx1"/>
                </a:solidFill>
                <a:latin typeface="+mn-lt"/>
                <a:ea typeface="ＭＳ Ｐゴシック" charset="0"/>
              </a:defRPr>
            </a:lvl4pPr>
            <a:lvl5pPr marL="2057400" indent="-228600" algn="l" rtl="0" eaLnBrk="1" fontAlgn="base" hangingPunct="1">
              <a:spcBef>
                <a:spcPct val="20000"/>
              </a:spcBef>
              <a:spcAft>
                <a:spcPct val="0"/>
              </a:spcAft>
              <a:buChar char="»"/>
              <a:defRPr sz="2000">
                <a:solidFill>
                  <a:schemeClr val="tx1"/>
                </a:solidFill>
                <a:latin typeface="+mn-lt"/>
                <a:ea typeface="ＭＳ Ｐゴシック"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a:buClr>
                <a:srgbClr val="FF6600"/>
              </a:buClr>
              <a:tabLst>
                <a:tab pos="465671" algn="l"/>
              </a:tabLst>
              <a:defRPr/>
            </a:pPr>
            <a:r>
              <a:rPr lang="en-US" sz="2400" dirty="0">
                <a:solidFill>
                  <a:srgbClr val="000000"/>
                </a:solidFill>
                <a:latin typeface="Arial"/>
                <a:cs typeface="Arial" charset="0"/>
              </a:rPr>
              <a:t>If hash function evenly distributes </a:t>
            </a:r>
            <a:r>
              <a:rPr lang="en-US" sz="2400" i="1" dirty="0">
                <a:solidFill>
                  <a:srgbClr val="000000"/>
                </a:solidFill>
                <a:latin typeface="Times New Roman" panose="02020603050405020304" pitchFamily="18" charset="0"/>
                <a:cs typeface="Times New Roman" panose="02020603050405020304" pitchFamily="18" charset="0"/>
              </a:rPr>
              <a:t>n</a:t>
            </a:r>
            <a:r>
              <a:rPr lang="en-US" sz="2400" dirty="0">
                <a:solidFill>
                  <a:srgbClr val="000000"/>
                </a:solidFill>
                <a:latin typeface="Arial"/>
                <a:cs typeface="Arial" charset="0"/>
              </a:rPr>
              <a:t> keys among </a:t>
            </a:r>
            <a:r>
              <a:rPr lang="en-US" sz="2400" i="1" dirty="0">
                <a:solidFill>
                  <a:srgbClr val="000000"/>
                </a:solidFill>
                <a:latin typeface="Times New Roman" panose="02020603050405020304" pitchFamily="18" charset="0"/>
                <a:cs typeface="Times New Roman" panose="02020603050405020304" pitchFamily="18" charset="0"/>
              </a:rPr>
              <a:t>m</a:t>
            </a:r>
            <a:r>
              <a:rPr lang="en-US" sz="2400" dirty="0">
                <a:solidFill>
                  <a:srgbClr val="000000"/>
                </a:solidFill>
                <a:latin typeface="Arial"/>
                <a:cs typeface="Arial" charset="0"/>
              </a:rPr>
              <a:t> cells (</a:t>
            </a:r>
            <a:r>
              <a:rPr lang="en-AU" sz="2400" dirty="0">
                <a:solidFill>
                  <a:srgbClr val="000000"/>
                </a:solidFill>
                <a:latin typeface="Arial"/>
                <a:cs typeface="Arial" charset="0"/>
              </a:rPr>
              <a:t>buckets)</a:t>
            </a:r>
            <a:r>
              <a:rPr lang="en-US" sz="2400" dirty="0">
                <a:solidFill>
                  <a:srgbClr val="000000"/>
                </a:solidFill>
                <a:latin typeface="Arial"/>
                <a:cs typeface="Arial" charset="0"/>
              </a:rPr>
              <a:t> of the hash table</a:t>
            </a:r>
          </a:p>
          <a:p>
            <a:pPr lvl="1">
              <a:buClr>
                <a:srgbClr val="FF6600"/>
              </a:buClr>
              <a:tabLst>
                <a:tab pos="465671" algn="l"/>
              </a:tabLst>
              <a:defRPr/>
            </a:pPr>
            <a:r>
              <a:rPr lang="en-US" sz="2400" dirty="0">
                <a:solidFill>
                  <a:srgbClr val="000000"/>
                </a:solidFill>
                <a:latin typeface="Arial"/>
                <a:cs typeface="Arial" charset="0"/>
              </a:rPr>
              <a:t>average length of linked list (</a:t>
            </a:r>
            <a:r>
              <a:rPr lang="en-US" sz="2400" b="1" dirty="0">
                <a:solidFill>
                  <a:srgbClr val="7030A0"/>
                </a:solidFill>
                <a:latin typeface="Arial"/>
                <a:cs typeface="Arial" charset="0"/>
              </a:rPr>
              <a:t>load factor</a:t>
            </a:r>
            <a:r>
              <a:rPr lang="en-US" sz="2400" dirty="0">
                <a:solidFill>
                  <a:srgbClr val="000000"/>
                </a:solidFill>
                <a:latin typeface="Arial"/>
                <a:cs typeface="Arial" charset="0"/>
              </a:rPr>
              <a:t>) will be </a:t>
            </a:r>
            <a:r>
              <a:rPr lang="en-US" b="1" i="1" dirty="0">
                <a:solidFill>
                  <a:srgbClr val="7030A0"/>
                </a:solidFill>
                <a:latin typeface="Times New Roman" panose="02020603050405020304" pitchFamily="18" charset="0"/>
                <a:cs typeface="Times New Roman" panose="02020603050405020304" pitchFamily="18" charset="0"/>
              </a:rPr>
              <a:t>α</a:t>
            </a:r>
            <a:r>
              <a:rPr lang="en-US" i="1" dirty="0">
                <a:solidFill>
                  <a:srgbClr val="000000"/>
                </a:solidFill>
                <a:latin typeface="Times New Roman" panose="02020603050405020304" pitchFamily="18" charset="0"/>
                <a:cs typeface="Times New Roman" panose="02020603050405020304" pitchFamily="18" charset="0"/>
              </a:rPr>
              <a:t> = n/m</a:t>
            </a:r>
            <a:r>
              <a:rPr lang="en-US" sz="2400" i="1" dirty="0">
                <a:solidFill>
                  <a:srgbClr val="000000"/>
                </a:solidFill>
                <a:latin typeface="Arial"/>
                <a:cs typeface="Arial" charset="0"/>
              </a:rPr>
              <a:t> </a:t>
            </a:r>
            <a:r>
              <a:rPr lang="en-US" sz="2400" dirty="0">
                <a:solidFill>
                  <a:srgbClr val="000000"/>
                </a:solidFill>
                <a:latin typeface="Arial"/>
                <a:cs typeface="Arial" charset="0"/>
              </a:rPr>
              <a:t>and is very important for the efficiency of hashing (typically kept small, ideally about 1)</a:t>
            </a:r>
          </a:p>
          <a:p>
            <a:pPr lvl="1">
              <a:buClr>
                <a:srgbClr val="FF6600"/>
              </a:buClr>
              <a:tabLst>
                <a:tab pos="465671" algn="l"/>
              </a:tabLst>
              <a:defRPr/>
            </a:pPr>
            <a:r>
              <a:rPr lang="en-US" sz="2400" dirty="0">
                <a:solidFill>
                  <a:srgbClr val="000000"/>
                </a:solidFill>
                <a:latin typeface="Arial"/>
                <a:cs typeface="Arial" charset="0"/>
              </a:rPr>
              <a:t>the average number of pointers inspected (probes) in successful searches </a:t>
            </a:r>
            <a:r>
              <a:rPr lang="en-US" sz="2400" i="1" dirty="0">
                <a:solidFill>
                  <a:srgbClr val="000000"/>
                </a:solidFill>
                <a:latin typeface="Times New Roman" panose="02020603050405020304" pitchFamily="18" charset="0"/>
                <a:cs typeface="Times New Roman" panose="02020603050405020304" pitchFamily="18" charset="0"/>
              </a:rPr>
              <a:t>S</a:t>
            </a:r>
            <a:r>
              <a:rPr lang="en-US" sz="2400" dirty="0">
                <a:solidFill>
                  <a:srgbClr val="000000"/>
                </a:solidFill>
                <a:latin typeface="Arial"/>
                <a:cs typeface="Arial" charset="0"/>
              </a:rPr>
              <a:t>, and unsuccessful searches, </a:t>
            </a:r>
            <a:r>
              <a:rPr lang="en-US" sz="2400" i="1" dirty="0">
                <a:solidFill>
                  <a:srgbClr val="000000"/>
                </a:solidFill>
                <a:latin typeface="Times New Roman" panose="02020603050405020304" pitchFamily="18" charset="0"/>
                <a:cs typeface="Times New Roman" panose="02020603050405020304" pitchFamily="18" charset="0"/>
              </a:rPr>
              <a:t>U</a:t>
            </a:r>
            <a:r>
              <a:rPr lang="en-US" sz="2400" dirty="0">
                <a:solidFill>
                  <a:srgbClr val="000000"/>
                </a:solidFill>
                <a:latin typeface="Arial"/>
                <a:cs typeface="Arial" charset="0"/>
              </a:rPr>
              <a:t>, turns out to be</a:t>
            </a:r>
          </a:p>
          <a:p>
            <a:pPr lvl="1">
              <a:buClr>
                <a:srgbClr val="FF6600"/>
              </a:buClr>
              <a:tabLst>
                <a:tab pos="465671" algn="l"/>
              </a:tabLst>
              <a:defRPr/>
            </a:pPr>
            <a:endParaRPr lang="en-US" sz="2800" dirty="0">
              <a:solidFill>
                <a:srgbClr val="000000"/>
              </a:solidFill>
              <a:latin typeface="Arial"/>
              <a:cs typeface="Arial" charset="0"/>
            </a:endParaRPr>
          </a:p>
          <a:p>
            <a:pPr>
              <a:buClr>
                <a:srgbClr val="FF6600"/>
              </a:buClr>
              <a:tabLst>
                <a:tab pos="465671" algn="l"/>
              </a:tabLst>
              <a:defRPr/>
            </a:pPr>
            <a:endParaRPr lang="en-US" sz="1050" dirty="0">
              <a:solidFill>
                <a:srgbClr val="000000"/>
              </a:solidFill>
              <a:latin typeface="Arial"/>
              <a:cs typeface="Arial" charset="0"/>
            </a:endParaRPr>
          </a:p>
          <a:p>
            <a:pPr>
              <a:buClr>
                <a:srgbClr val="FF6600"/>
              </a:buClr>
              <a:tabLst>
                <a:tab pos="465671" algn="l"/>
              </a:tabLst>
              <a:defRPr/>
            </a:pPr>
            <a:r>
              <a:rPr lang="en-US" altLang="en-US" sz="2000" b="1" dirty="0">
                <a:solidFill>
                  <a:srgbClr val="000000"/>
                </a:solidFill>
                <a:latin typeface="Arial"/>
                <a:cs typeface="Arial" charset="0"/>
              </a:rPr>
              <a:t>Advantage</a:t>
            </a:r>
          </a:p>
          <a:p>
            <a:pPr lvl="1">
              <a:buClr>
                <a:srgbClr val="FF6600"/>
              </a:buClr>
              <a:tabLst>
                <a:tab pos="465671" algn="l"/>
              </a:tabLst>
              <a:defRPr/>
            </a:pPr>
            <a:r>
              <a:rPr lang="en-US" altLang="en-US" sz="2000" dirty="0">
                <a:solidFill>
                  <a:srgbClr val="000000"/>
                </a:solidFill>
                <a:latin typeface="Arial"/>
                <a:cs typeface="Arial" charset="0"/>
              </a:rPr>
              <a:t>reduction in average linked list size by a factor of </a:t>
            </a:r>
            <a:r>
              <a:rPr lang="en-US" altLang="en-US" sz="2000" i="1" dirty="0">
                <a:solidFill>
                  <a:srgbClr val="000000"/>
                </a:solidFill>
                <a:latin typeface="Times New Roman" panose="02020603050405020304" pitchFamily="18" charset="0"/>
                <a:cs typeface="Times New Roman" panose="02020603050405020304" pitchFamily="18" charset="0"/>
              </a:rPr>
              <a:t>m</a:t>
            </a:r>
          </a:p>
          <a:p>
            <a:pPr lvl="1">
              <a:buClr>
                <a:srgbClr val="FF6600"/>
              </a:buClr>
              <a:tabLst>
                <a:tab pos="465671" algn="l"/>
              </a:tabLst>
              <a:defRPr/>
            </a:pPr>
            <a:r>
              <a:rPr lang="en-US" sz="2000" dirty="0">
                <a:solidFill>
                  <a:srgbClr val="000000"/>
                </a:solidFill>
                <a:latin typeface="Arial"/>
                <a:cs typeface="Arial" charset="0"/>
              </a:rPr>
              <a:t>still works if  </a:t>
            </a:r>
            <a:r>
              <a:rPr lang="en-US" sz="2000" i="1" dirty="0">
                <a:solidFill>
                  <a:srgbClr val="000000"/>
                </a:solidFill>
                <a:latin typeface="Times New Roman" panose="02020603050405020304" pitchFamily="18" charset="0"/>
                <a:cs typeface="Times New Roman" panose="02020603050405020304" pitchFamily="18" charset="0"/>
              </a:rPr>
              <a:t>n</a:t>
            </a:r>
            <a:r>
              <a:rPr lang="en-US" sz="2000" dirty="0">
                <a:solidFill>
                  <a:srgbClr val="000000"/>
                </a:solidFill>
                <a:latin typeface="Arial"/>
                <a:cs typeface="Arial" charset="0"/>
              </a:rPr>
              <a:t> &gt; </a:t>
            </a:r>
            <a:r>
              <a:rPr lang="en-US" sz="2000" i="1" dirty="0">
                <a:solidFill>
                  <a:srgbClr val="000000"/>
                </a:solidFill>
                <a:latin typeface="Times New Roman" panose="02020603050405020304" pitchFamily="18" charset="0"/>
                <a:cs typeface="Times New Roman" panose="02020603050405020304" pitchFamily="18" charset="0"/>
              </a:rPr>
              <a:t>m</a:t>
            </a:r>
            <a:endParaRPr lang="en-US" altLang="en-US" sz="2000" dirty="0">
              <a:solidFill>
                <a:srgbClr val="000000"/>
              </a:solidFill>
              <a:latin typeface="Arial"/>
              <a:cs typeface="Arial" charset="0"/>
            </a:endParaRPr>
          </a:p>
          <a:p>
            <a:pPr>
              <a:buClr>
                <a:srgbClr val="FF6600"/>
              </a:buClr>
              <a:tabLst>
                <a:tab pos="465671" algn="l"/>
              </a:tabLst>
              <a:defRPr/>
            </a:pPr>
            <a:r>
              <a:rPr lang="en-US" altLang="en-US" sz="2000" b="1" dirty="0">
                <a:solidFill>
                  <a:srgbClr val="000000"/>
                </a:solidFill>
                <a:latin typeface="Arial"/>
                <a:cs typeface="Arial" charset="0"/>
              </a:rPr>
              <a:t>Disadvantage</a:t>
            </a:r>
          </a:p>
          <a:p>
            <a:pPr lvl="1">
              <a:buClr>
                <a:srgbClr val="FF6600"/>
              </a:buClr>
              <a:tabLst>
                <a:tab pos="465671" algn="l"/>
              </a:tabLst>
              <a:defRPr/>
            </a:pPr>
            <a:r>
              <a:rPr lang="en-US" altLang="en-US" sz="2000" dirty="0">
                <a:solidFill>
                  <a:srgbClr val="000000"/>
                </a:solidFill>
                <a:latin typeface="Arial"/>
                <a:cs typeface="Arial" charset="0"/>
              </a:rPr>
              <a:t>requires the implementation of a second data structure (a linked list using pointers)</a:t>
            </a:r>
            <a:endParaRPr kumimoji="0" lang="en-US" sz="1700" b="0" i="0" u="none" strike="noStrike" kern="1200" cap="none" spc="-9" normalizeH="0" baseline="0" noProof="0" dirty="0">
              <a:ln>
                <a:noFill/>
              </a:ln>
              <a:solidFill>
                <a:srgbClr val="000000"/>
              </a:solidFill>
              <a:effectLst/>
              <a:uLnTx/>
              <a:uFillTx/>
              <a:latin typeface="Tahoma"/>
              <a:ea typeface="ＭＳ Ｐゴシック" charset="0"/>
              <a:cs typeface="Tahoma"/>
            </a:endParaRPr>
          </a:p>
        </p:txBody>
      </p:sp>
      <p:pic>
        <p:nvPicPr>
          <p:cNvPr id="10" name="Picture 9">
            <a:extLst>
              <a:ext uri="{FF2B5EF4-FFF2-40B4-BE49-F238E27FC236}">
                <a16:creationId xmlns:a16="http://schemas.microsoft.com/office/drawing/2014/main" id="{E214DD89-E971-448F-9C14-F248496ED079}"/>
              </a:ext>
            </a:extLst>
          </p:cNvPr>
          <p:cNvPicPr>
            <a:picLocks noChangeAspect="1"/>
          </p:cNvPicPr>
          <p:nvPr/>
        </p:nvPicPr>
        <p:blipFill>
          <a:blip r:embed="rId6"/>
          <a:stretch>
            <a:fillRect/>
          </a:stretch>
        </p:blipFill>
        <p:spPr>
          <a:xfrm>
            <a:off x="3810000" y="3657600"/>
            <a:ext cx="3505200" cy="892528"/>
          </a:xfrm>
          <a:prstGeom prst="rect">
            <a:avLst/>
          </a:prstGeom>
        </p:spPr>
      </p:pic>
    </p:spTree>
    <p:extLst>
      <p:ext uri="{BB962C8B-B14F-4D97-AF65-F5344CB8AC3E}">
        <p14:creationId xmlns:p14="http://schemas.microsoft.com/office/powerpoint/2010/main" val="19215725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title"/>
          </p:nvPr>
        </p:nvSpPr>
        <p:spPr>
          <a:xfrm>
            <a:off x="457200" y="338065"/>
            <a:ext cx="11065008" cy="500137"/>
          </a:xfrm>
          <a:prstGeom prst="rect">
            <a:avLst/>
          </a:prstGeom>
          <a:solidFill>
            <a:schemeClr val="bg1"/>
          </a:solidFill>
          <a:ln>
            <a:noFill/>
          </a:ln>
        </p:spPr>
        <p:txBody>
          <a:bodyPr vert="horz" wrap="square" lIns="0" tIns="0" rIns="0" bIns="0" numCol="1" rtlCol="0" anchor="ctr" anchorCtr="0" compatLnSpc="1">
            <a:prstTxWarp prst="textNoShape">
              <a:avLst/>
            </a:prstTxWarp>
            <a:spAutoFit/>
          </a:bodyPr>
          <a:lstStyle/>
          <a:p>
            <a:pPr marL="11527">
              <a:lnSpc>
                <a:spcPts val="3916"/>
              </a:lnSpc>
            </a:pPr>
            <a:r>
              <a:rPr lang="en-US" sz="3800" b="1" dirty="0">
                <a:solidFill>
                  <a:srgbClr val="FF0000"/>
                </a:solidFill>
              </a:rPr>
              <a:t>Closed Hashing (Open Addressing)</a:t>
            </a:r>
            <a:endParaRPr sz="3800" b="1" dirty="0">
              <a:solidFill>
                <a:srgbClr val="FF0000"/>
              </a:solidFill>
            </a:endParaRPr>
          </a:p>
        </p:txBody>
      </p:sp>
      <p:sp>
        <p:nvSpPr>
          <p:cNvPr id="3" name="Slide Number Placeholder 2"/>
          <p:cNvSpPr>
            <a:spLocks noGrp="1"/>
          </p:cNvSpPr>
          <p:nvPr>
            <p:ph type="sldNum" sz="quarter" idx="4294967295"/>
          </p:nvPr>
        </p:nvSpPr>
        <p:spPr>
          <a:xfrm>
            <a:off x="8737600" y="6356351"/>
            <a:ext cx="2844800" cy="365125"/>
          </a:xfrm>
          <a:prstGeom prst="rect">
            <a:avLst/>
          </a:prstGeom>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C65781BD-3F4D-4CA7-A858-CE94DEA3B426}" type="slidenum">
              <a:rPr kumimoji="0" lang="en-US" sz="1800" b="0" i="0" u="none" strike="noStrike" kern="1200" cap="none" spc="0" normalizeH="0" baseline="0" noProof="0" smtClean="0">
                <a:ln>
                  <a:noFill/>
                </a:ln>
                <a:solidFill>
                  <a:srgbClr val="000000"/>
                </a:solidFill>
                <a:effectLst/>
                <a:uLnTx/>
                <a:uFillTx/>
                <a:latin typeface="Arial" charset="0"/>
                <a:ea typeface="ＭＳ Ｐゴシック"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25</a:t>
            </a:fld>
            <a:endParaRPr kumimoji="0" lang="en-US" sz="1800" b="0" i="0" u="none" strike="noStrike" kern="1200" cap="none" spc="0" normalizeH="0" baseline="0" noProof="0" dirty="0">
              <a:ln>
                <a:noFill/>
              </a:ln>
              <a:solidFill>
                <a:srgbClr val="000000"/>
              </a:solidFill>
              <a:effectLst/>
              <a:uLnTx/>
              <a:uFillTx/>
              <a:latin typeface="Arial" charset="0"/>
              <a:ea typeface="ＭＳ Ｐゴシック" pitchFamily="34" charset="-128"/>
              <a:cs typeface="+mn-cs"/>
            </a:endParaRPr>
          </a:p>
        </p:txBody>
      </p:sp>
      <p:sp>
        <p:nvSpPr>
          <p:cNvPr id="9" name="object 7">
            <a:extLst>
              <a:ext uri="{FF2B5EF4-FFF2-40B4-BE49-F238E27FC236}">
                <a16:creationId xmlns:a16="http://schemas.microsoft.com/office/drawing/2014/main" id="{ACB0B48A-560D-4839-8006-6097D80F76DB}"/>
              </a:ext>
            </a:extLst>
          </p:cNvPr>
          <p:cNvSpPr txBox="1">
            <a:spLocks/>
          </p:cNvSpPr>
          <p:nvPr/>
        </p:nvSpPr>
        <p:spPr bwMode="auto">
          <a:xfrm>
            <a:off x="457200" y="1228384"/>
            <a:ext cx="11430000" cy="35378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lvl1pPr marL="342900" indent="-342900" algn="l" rtl="0" eaLnBrk="1" fontAlgn="base" hangingPunct="1">
              <a:spcBef>
                <a:spcPct val="20000"/>
              </a:spcBef>
              <a:spcAft>
                <a:spcPct val="0"/>
              </a:spcAft>
              <a:buSzPct val="75000"/>
              <a:buBlip>
                <a:blip r:embed="rId3"/>
              </a:buBlip>
              <a:defRPr sz="3200">
                <a:solidFill>
                  <a:schemeClr val="tx1"/>
                </a:solidFill>
                <a:latin typeface="+mn-lt"/>
                <a:ea typeface="ＭＳ Ｐゴシック" charset="0"/>
                <a:cs typeface="+mn-cs"/>
              </a:defRPr>
            </a:lvl1pPr>
            <a:lvl2pPr marL="742950" indent="-285750" algn="l" rtl="0" eaLnBrk="1" fontAlgn="base" hangingPunct="1">
              <a:spcBef>
                <a:spcPct val="20000"/>
              </a:spcBef>
              <a:spcAft>
                <a:spcPct val="0"/>
              </a:spcAft>
              <a:buSzPct val="65000"/>
              <a:buBlip>
                <a:blip r:embed="rId4"/>
              </a:buBlip>
              <a:defRPr sz="2800">
                <a:solidFill>
                  <a:srgbClr val="000050"/>
                </a:solidFill>
                <a:latin typeface="+mn-lt"/>
                <a:ea typeface="ＭＳ Ｐゴシック" charset="0"/>
              </a:defRPr>
            </a:lvl2pPr>
            <a:lvl3pPr marL="1143000" indent="-228600" algn="l" rtl="0" eaLnBrk="1" fontAlgn="base" hangingPunct="1">
              <a:spcBef>
                <a:spcPct val="20000"/>
              </a:spcBef>
              <a:spcAft>
                <a:spcPct val="0"/>
              </a:spcAft>
              <a:buSzPct val="65000"/>
              <a:buBlip>
                <a:blip r:embed="rId5"/>
              </a:buBlip>
              <a:defRPr sz="2400">
                <a:solidFill>
                  <a:schemeClr val="tx1"/>
                </a:solidFill>
                <a:latin typeface="+mn-lt"/>
                <a:ea typeface="ＭＳ Ｐゴシック" charset="0"/>
              </a:defRPr>
            </a:lvl3pPr>
            <a:lvl4pPr marL="1600200" indent="-228600" algn="l" rtl="0" eaLnBrk="1" fontAlgn="base" hangingPunct="1">
              <a:spcBef>
                <a:spcPct val="20000"/>
              </a:spcBef>
              <a:spcAft>
                <a:spcPct val="0"/>
              </a:spcAft>
              <a:buChar char="–"/>
              <a:defRPr sz="2000">
                <a:solidFill>
                  <a:schemeClr val="tx1"/>
                </a:solidFill>
                <a:latin typeface="+mn-lt"/>
                <a:ea typeface="ＭＳ Ｐゴシック" charset="0"/>
              </a:defRPr>
            </a:lvl4pPr>
            <a:lvl5pPr marL="2057400" indent="-228600" algn="l" rtl="0" eaLnBrk="1" fontAlgn="base" hangingPunct="1">
              <a:spcBef>
                <a:spcPct val="20000"/>
              </a:spcBef>
              <a:spcAft>
                <a:spcPct val="0"/>
              </a:spcAft>
              <a:buChar char="»"/>
              <a:defRPr sz="2000">
                <a:solidFill>
                  <a:schemeClr val="tx1"/>
                </a:solidFill>
                <a:latin typeface="+mn-lt"/>
                <a:ea typeface="ＭＳ Ｐゴシック"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marL="342900" marR="0" lvl="0" indent="-342900" algn="l" defTabSz="914400" rtl="0" eaLnBrk="1" fontAlgn="base" latinLnBrk="0" hangingPunct="1">
              <a:lnSpc>
                <a:spcPct val="100000"/>
              </a:lnSpc>
              <a:spcBef>
                <a:spcPct val="20000"/>
              </a:spcBef>
              <a:spcAft>
                <a:spcPct val="0"/>
              </a:spcAft>
              <a:buClr>
                <a:srgbClr val="FF6600"/>
              </a:buClr>
              <a:buSzPct val="75000"/>
              <a:buFontTx/>
              <a:buBlip>
                <a:blip r:embed="rId3"/>
              </a:buBlip>
              <a:tabLst>
                <a:tab pos="465671" algn="l"/>
              </a:tabLst>
              <a:defRPr/>
            </a:pPr>
            <a:r>
              <a:rPr kumimoji="0" lang="en-US" sz="2800" b="0" i="0" u="none" strike="noStrike" kern="1200" cap="none" spc="0" normalizeH="0" baseline="0" noProof="0" dirty="0">
                <a:ln>
                  <a:noFill/>
                </a:ln>
                <a:solidFill>
                  <a:srgbClr val="000000"/>
                </a:solidFill>
                <a:effectLst/>
                <a:uLnTx/>
                <a:uFillTx/>
                <a:latin typeface="Arial"/>
                <a:ea typeface="ＭＳ Ｐゴシック" charset="0"/>
                <a:cs typeface="Arial" charset="0"/>
              </a:rPr>
              <a:t>Keys are stored inside a hash table, one key per cell  </a:t>
            </a:r>
          </a:p>
          <a:p>
            <a:pPr lvl="1">
              <a:lnSpc>
                <a:spcPct val="90000"/>
              </a:lnSpc>
              <a:buClr>
                <a:srgbClr val="FF6600"/>
              </a:buClr>
              <a:tabLst>
                <a:tab pos="685800" algn="l"/>
              </a:tabLst>
              <a:defRPr/>
            </a:pPr>
            <a:r>
              <a:rPr lang="en-US" sz="2400" dirty="0"/>
              <a:t>and in case of collision, finds another cell by a technique such as</a:t>
            </a:r>
          </a:p>
          <a:p>
            <a:pPr lvl="2">
              <a:lnSpc>
                <a:spcPct val="90000"/>
              </a:lnSpc>
              <a:buClr>
                <a:srgbClr val="FF6600"/>
              </a:buClr>
              <a:tabLst>
                <a:tab pos="685800" algn="l"/>
              </a:tabLst>
              <a:defRPr/>
            </a:pPr>
            <a:r>
              <a:rPr lang="en-US" sz="2000" dirty="0"/>
              <a:t>linear probing, </a:t>
            </a:r>
          </a:p>
          <a:p>
            <a:pPr lvl="2">
              <a:lnSpc>
                <a:spcPct val="90000"/>
              </a:lnSpc>
              <a:buClr>
                <a:srgbClr val="FF6600"/>
              </a:buClr>
              <a:tabLst>
                <a:tab pos="685800" algn="l"/>
              </a:tabLst>
              <a:defRPr/>
            </a:pPr>
            <a:r>
              <a:rPr lang="en-US" sz="2000" dirty="0"/>
              <a:t>quadratic probing, or </a:t>
            </a:r>
          </a:p>
          <a:p>
            <a:pPr lvl="2">
              <a:lnSpc>
                <a:spcPct val="90000"/>
              </a:lnSpc>
              <a:buClr>
                <a:srgbClr val="FF6600"/>
              </a:buClr>
              <a:tabLst>
                <a:tab pos="685800" algn="l"/>
              </a:tabLst>
              <a:defRPr/>
            </a:pPr>
            <a:r>
              <a:rPr lang="en-US" sz="2000" dirty="0"/>
              <a:t>double hashing</a:t>
            </a:r>
          </a:p>
          <a:p>
            <a:pPr marL="457200" lvl="1" indent="0">
              <a:lnSpc>
                <a:spcPct val="90000"/>
              </a:lnSpc>
              <a:buClr>
                <a:srgbClr val="FF6600"/>
              </a:buClr>
              <a:buNone/>
              <a:tabLst>
                <a:tab pos="685800" algn="l"/>
              </a:tabLst>
              <a:defRPr/>
            </a:pPr>
            <a:endParaRPr kumimoji="0" lang="en-US" sz="2400" b="0" i="0" u="none" strike="noStrike" kern="1200" cap="none" spc="-9" normalizeH="0" baseline="0" noProof="0" dirty="0">
              <a:ln>
                <a:noFill/>
              </a:ln>
              <a:solidFill>
                <a:srgbClr val="000000"/>
              </a:solidFill>
              <a:effectLst/>
              <a:uLnTx/>
              <a:uFillTx/>
              <a:latin typeface="Tahoma"/>
              <a:ea typeface="ＭＳ Ｐゴシック" charset="0"/>
              <a:cs typeface="Tahoma"/>
            </a:endParaRPr>
          </a:p>
          <a:p>
            <a:pPr marL="342900" marR="0" lvl="0" indent="-342900" algn="l" defTabSz="914400" rtl="0" eaLnBrk="1" fontAlgn="base" latinLnBrk="0" hangingPunct="1">
              <a:lnSpc>
                <a:spcPct val="100000"/>
              </a:lnSpc>
              <a:spcBef>
                <a:spcPct val="20000"/>
              </a:spcBef>
              <a:spcAft>
                <a:spcPct val="0"/>
              </a:spcAft>
              <a:buClr>
                <a:srgbClr val="FF6600"/>
              </a:buClr>
              <a:buSzPct val="75000"/>
              <a:buFontTx/>
              <a:buBlip>
                <a:blip r:embed="rId3"/>
              </a:buBlip>
              <a:tabLst>
                <a:tab pos="465671" algn="l"/>
              </a:tabLst>
              <a:defRPr/>
            </a:pPr>
            <a:r>
              <a:rPr kumimoji="0" lang="en-US" sz="2800" b="0" i="0" u="none" strike="noStrike" kern="1200" cap="none" spc="0" normalizeH="0" baseline="0" noProof="0" dirty="0">
                <a:ln>
                  <a:noFill/>
                </a:ln>
                <a:solidFill>
                  <a:srgbClr val="000000"/>
                </a:solidFill>
                <a:effectLst/>
                <a:uLnTx/>
                <a:uFillTx/>
                <a:latin typeface="Arial"/>
                <a:ea typeface="ＭＳ Ｐゴシック" charset="0"/>
                <a:cs typeface="Arial" charset="0"/>
              </a:rPr>
              <a:t>Linear probing</a:t>
            </a:r>
          </a:p>
          <a:p>
            <a:pPr lvl="1">
              <a:lnSpc>
                <a:spcPct val="90000"/>
              </a:lnSpc>
              <a:buClr>
                <a:srgbClr val="FF6600"/>
              </a:buClr>
              <a:tabLst>
                <a:tab pos="685800" algn="l"/>
              </a:tabLst>
              <a:defRPr/>
            </a:pPr>
            <a:r>
              <a:rPr lang="en-US" sz="2400" dirty="0"/>
              <a:t>use next free cell even if you wrap around</a:t>
            </a:r>
          </a:p>
          <a:p>
            <a:pPr lvl="1">
              <a:lnSpc>
                <a:spcPct val="90000"/>
              </a:lnSpc>
              <a:buClr>
                <a:srgbClr val="FF6600"/>
              </a:buClr>
              <a:tabLst>
                <a:tab pos="685800" algn="l"/>
              </a:tabLst>
              <a:defRPr/>
            </a:pPr>
            <a:endParaRPr kumimoji="0" lang="en-US" sz="2100" b="0" i="0" u="none" strike="noStrike" kern="1200" cap="none" spc="-9" normalizeH="0" baseline="0" noProof="0" dirty="0">
              <a:ln>
                <a:noFill/>
              </a:ln>
              <a:solidFill>
                <a:srgbClr val="000000"/>
              </a:solidFill>
              <a:effectLst/>
              <a:uLnTx/>
              <a:uFillTx/>
              <a:latin typeface="Tahoma"/>
              <a:ea typeface="ＭＳ Ｐゴシック" charset="0"/>
              <a:cs typeface="Tahoma"/>
            </a:endParaRPr>
          </a:p>
        </p:txBody>
      </p:sp>
    </p:spTree>
    <p:extLst>
      <p:ext uri="{BB962C8B-B14F-4D97-AF65-F5344CB8AC3E}">
        <p14:creationId xmlns:p14="http://schemas.microsoft.com/office/powerpoint/2010/main" val="85098833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title"/>
          </p:nvPr>
        </p:nvSpPr>
        <p:spPr>
          <a:xfrm>
            <a:off x="457200" y="338065"/>
            <a:ext cx="11065008" cy="500137"/>
          </a:xfrm>
          <a:prstGeom prst="rect">
            <a:avLst/>
          </a:prstGeom>
          <a:solidFill>
            <a:schemeClr val="bg1"/>
          </a:solidFill>
          <a:ln>
            <a:noFill/>
          </a:ln>
        </p:spPr>
        <p:txBody>
          <a:bodyPr vert="horz" wrap="square" lIns="0" tIns="0" rIns="0" bIns="0" numCol="1" rtlCol="0" anchor="ctr" anchorCtr="0" compatLnSpc="1">
            <a:prstTxWarp prst="textNoShape">
              <a:avLst/>
            </a:prstTxWarp>
            <a:spAutoFit/>
          </a:bodyPr>
          <a:lstStyle/>
          <a:p>
            <a:pPr marL="11527">
              <a:lnSpc>
                <a:spcPts val="3916"/>
              </a:lnSpc>
            </a:pPr>
            <a:r>
              <a:rPr lang="en-US" sz="3800" b="1" dirty="0">
                <a:solidFill>
                  <a:srgbClr val="0070C0"/>
                </a:solidFill>
              </a:rPr>
              <a:t>Closed Hashing (Open Addressing), Contd.</a:t>
            </a:r>
            <a:endParaRPr sz="3800" b="1" dirty="0">
              <a:solidFill>
                <a:srgbClr val="0070C0"/>
              </a:solidFill>
            </a:endParaRPr>
          </a:p>
        </p:txBody>
      </p:sp>
      <p:sp>
        <p:nvSpPr>
          <p:cNvPr id="3" name="Slide Number Placeholder 2"/>
          <p:cNvSpPr>
            <a:spLocks noGrp="1"/>
          </p:cNvSpPr>
          <p:nvPr>
            <p:ph type="sldNum" sz="quarter" idx="4294967295"/>
          </p:nvPr>
        </p:nvSpPr>
        <p:spPr>
          <a:xfrm>
            <a:off x="8737600" y="6356351"/>
            <a:ext cx="2844800" cy="365125"/>
          </a:xfrm>
          <a:prstGeom prst="rect">
            <a:avLst/>
          </a:prstGeom>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C65781BD-3F4D-4CA7-A858-CE94DEA3B426}" type="slidenum">
              <a:rPr kumimoji="0" lang="en-US" sz="1800" b="0" i="0" u="none" strike="noStrike" kern="1200" cap="none" spc="0" normalizeH="0" baseline="0" noProof="0" smtClean="0">
                <a:ln>
                  <a:noFill/>
                </a:ln>
                <a:solidFill>
                  <a:srgbClr val="000000"/>
                </a:solidFill>
                <a:effectLst/>
                <a:uLnTx/>
                <a:uFillTx/>
                <a:latin typeface="Arial" charset="0"/>
                <a:ea typeface="ＭＳ Ｐゴシック"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26</a:t>
            </a:fld>
            <a:endParaRPr kumimoji="0" lang="en-US" sz="1800" b="0" i="0" u="none" strike="noStrike" kern="1200" cap="none" spc="0" normalizeH="0" baseline="0" noProof="0" dirty="0">
              <a:ln>
                <a:noFill/>
              </a:ln>
              <a:solidFill>
                <a:srgbClr val="000000"/>
              </a:solidFill>
              <a:effectLst/>
              <a:uLnTx/>
              <a:uFillTx/>
              <a:latin typeface="Arial" charset="0"/>
              <a:ea typeface="ＭＳ Ｐゴシック" pitchFamily="34" charset="-128"/>
              <a:cs typeface="+mn-cs"/>
            </a:endParaRPr>
          </a:p>
        </p:txBody>
      </p:sp>
      <p:pic>
        <p:nvPicPr>
          <p:cNvPr id="2" name="Picture 1">
            <a:extLst>
              <a:ext uri="{FF2B5EF4-FFF2-40B4-BE49-F238E27FC236}">
                <a16:creationId xmlns:a16="http://schemas.microsoft.com/office/drawing/2014/main" id="{6B370E21-10F0-829F-7A7F-5708F63BF7DF}"/>
              </a:ext>
            </a:extLst>
          </p:cNvPr>
          <p:cNvPicPr>
            <a:picLocks noChangeAspect="1"/>
          </p:cNvPicPr>
          <p:nvPr/>
        </p:nvPicPr>
        <p:blipFill rotWithShape="1">
          <a:blip r:embed="rId3"/>
          <a:srcRect b="77933"/>
          <a:stretch/>
        </p:blipFill>
        <p:spPr>
          <a:xfrm>
            <a:off x="3124200" y="2286000"/>
            <a:ext cx="7345055" cy="838200"/>
          </a:xfrm>
          <a:prstGeom prst="rect">
            <a:avLst/>
          </a:prstGeom>
        </p:spPr>
      </p:pic>
      <p:sp>
        <p:nvSpPr>
          <p:cNvPr id="4" name="TextBox 3">
            <a:extLst>
              <a:ext uri="{FF2B5EF4-FFF2-40B4-BE49-F238E27FC236}">
                <a16:creationId xmlns:a16="http://schemas.microsoft.com/office/drawing/2014/main" id="{3B192591-5F46-5807-E141-A6D09AB90621}"/>
              </a:ext>
            </a:extLst>
          </p:cNvPr>
          <p:cNvSpPr txBox="1"/>
          <p:nvPr/>
        </p:nvSpPr>
        <p:spPr>
          <a:xfrm>
            <a:off x="321732" y="3902995"/>
            <a:ext cx="2133600" cy="2308324"/>
          </a:xfrm>
          <a:prstGeom prst="rect">
            <a:avLst/>
          </a:prstGeom>
          <a:noFill/>
        </p:spPr>
        <p:txBody>
          <a:bodyPr wrap="square" rtlCol="0">
            <a:spAutoFit/>
          </a:bodyPr>
          <a:lstStyle/>
          <a:p>
            <a:r>
              <a:rPr lang="en-US" altLang="en-US" b="1" i="1" dirty="0">
                <a:solidFill>
                  <a:srgbClr val="00B050"/>
                </a:solidFill>
              </a:rPr>
              <a:t>Try</a:t>
            </a:r>
          </a:p>
          <a:p>
            <a:r>
              <a:rPr lang="en-US" altLang="en-US" b="1" i="1" dirty="0">
                <a:solidFill>
                  <a:srgbClr val="00B050"/>
                </a:solidFill>
                <a:latin typeface="Times New Roman" panose="02020603050405020304" pitchFamily="18" charset="0"/>
                <a:cs typeface="Times New Roman" panose="02020603050405020304" pitchFamily="18" charset="0"/>
              </a:rPr>
              <a:t>h</a:t>
            </a:r>
            <a:r>
              <a:rPr lang="en-US" altLang="en-US" b="1" i="1" dirty="0">
                <a:solidFill>
                  <a:srgbClr val="00B050"/>
                </a:solidFill>
              </a:rPr>
              <a:t>(SOON)</a:t>
            </a:r>
          </a:p>
          <a:p>
            <a:r>
              <a:rPr lang="en-US" altLang="en-US" b="1" i="1" dirty="0">
                <a:solidFill>
                  <a:srgbClr val="00B050"/>
                </a:solidFill>
                <a:latin typeface="Times New Roman" panose="02020603050405020304" pitchFamily="18" charset="0"/>
                <a:cs typeface="Times New Roman" panose="02020603050405020304" pitchFamily="18" charset="0"/>
              </a:rPr>
              <a:t>h</a:t>
            </a:r>
            <a:r>
              <a:rPr lang="en-US" altLang="en-US" b="1" i="1" dirty="0">
                <a:solidFill>
                  <a:srgbClr val="00B050"/>
                </a:solidFill>
              </a:rPr>
              <a:t>(SOON)+1</a:t>
            </a:r>
          </a:p>
          <a:p>
            <a:endParaRPr lang="en-US" altLang="en-US" b="1" i="1" dirty="0">
              <a:solidFill>
                <a:srgbClr val="00B050"/>
              </a:solidFill>
            </a:endParaRPr>
          </a:p>
          <a:p>
            <a:r>
              <a:rPr lang="en-US" altLang="en-US" b="1" i="1" dirty="0">
                <a:solidFill>
                  <a:srgbClr val="00B050"/>
                </a:solidFill>
                <a:latin typeface="Times New Roman" panose="02020603050405020304" pitchFamily="18" charset="0"/>
                <a:cs typeface="Times New Roman" panose="02020603050405020304" pitchFamily="18" charset="0"/>
              </a:rPr>
              <a:t>h</a:t>
            </a:r>
            <a:r>
              <a:rPr lang="en-US" altLang="en-US" b="1" i="1" dirty="0">
                <a:solidFill>
                  <a:srgbClr val="00B050"/>
                </a:solidFill>
              </a:rPr>
              <a:t>(PARTED)</a:t>
            </a:r>
          </a:p>
          <a:p>
            <a:r>
              <a:rPr lang="en-US" altLang="en-US" b="1" i="1" dirty="0">
                <a:solidFill>
                  <a:srgbClr val="00B050"/>
                </a:solidFill>
                <a:latin typeface="Times New Roman" panose="02020603050405020304" pitchFamily="18" charset="0"/>
                <a:cs typeface="Times New Roman" panose="02020603050405020304" pitchFamily="18" charset="0"/>
              </a:rPr>
              <a:t>h</a:t>
            </a:r>
            <a:r>
              <a:rPr lang="en-US" altLang="en-US" b="1" i="1" dirty="0">
                <a:solidFill>
                  <a:srgbClr val="00B050"/>
                </a:solidFill>
              </a:rPr>
              <a:t>(PARTED)+1</a:t>
            </a:r>
          </a:p>
          <a:p>
            <a:r>
              <a:rPr lang="en-US" altLang="en-US" b="1" i="1" dirty="0">
                <a:solidFill>
                  <a:srgbClr val="00B050"/>
                </a:solidFill>
              </a:rPr>
              <a:t>   </a:t>
            </a:r>
            <a:r>
              <a:rPr lang="en-US" altLang="en-US" b="1" i="1" dirty="0">
                <a:solidFill>
                  <a:srgbClr val="00B050"/>
                </a:solidFill>
                <a:sym typeface="Wingdings" panose="05000000000000000000" pitchFamily="2" charset="2"/>
              </a:rPr>
              <a:t> wrap around </a:t>
            </a:r>
            <a:endParaRPr lang="en-US" altLang="en-US" b="1" i="1" dirty="0">
              <a:solidFill>
                <a:srgbClr val="00B050"/>
              </a:solidFill>
            </a:endParaRPr>
          </a:p>
          <a:p>
            <a:endParaRPr lang="en-US" altLang="en-US" b="1" i="1" dirty="0">
              <a:solidFill>
                <a:srgbClr val="00B050"/>
              </a:solidFill>
            </a:endParaRPr>
          </a:p>
        </p:txBody>
      </p:sp>
      <p:pic>
        <p:nvPicPr>
          <p:cNvPr id="7" name="Picture 6">
            <a:extLst>
              <a:ext uri="{FF2B5EF4-FFF2-40B4-BE49-F238E27FC236}">
                <a16:creationId xmlns:a16="http://schemas.microsoft.com/office/drawing/2014/main" id="{1B9D231E-62BC-1D40-821F-BB7F4D7FE3C7}"/>
              </a:ext>
            </a:extLst>
          </p:cNvPr>
          <p:cNvPicPr>
            <a:picLocks noChangeAspect="1"/>
          </p:cNvPicPr>
          <p:nvPr/>
        </p:nvPicPr>
        <p:blipFill rotWithShape="1">
          <a:blip r:embed="rId3"/>
          <a:srcRect t="23873" b="-132"/>
          <a:stretch/>
        </p:blipFill>
        <p:spPr>
          <a:xfrm>
            <a:off x="4354768" y="3314700"/>
            <a:ext cx="7532432" cy="2819400"/>
          </a:xfrm>
          <a:prstGeom prst="rect">
            <a:avLst/>
          </a:prstGeom>
        </p:spPr>
      </p:pic>
      <p:sp>
        <p:nvSpPr>
          <p:cNvPr id="5" name="TextBox 4">
            <a:extLst>
              <a:ext uri="{FF2B5EF4-FFF2-40B4-BE49-F238E27FC236}">
                <a16:creationId xmlns:a16="http://schemas.microsoft.com/office/drawing/2014/main" id="{2424177F-13F5-424C-AD28-E460292A2523}"/>
              </a:ext>
            </a:extLst>
          </p:cNvPr>
          <p:cNvSpPr txBox="1"/>
          <p:nvPr/>
        </p:nvSpPr>
        <p:spPr>
          <a:xfrm>
            <a:off x="3048000" y="3769609"/>
            <a:ext cx="1752600" cy="246221"/>
          </a:xfrm>
          <a:prstGeom prst="rect">
            <a:avLst/>
          </a:prstGeom>
          <a:noFill/>
        </p:spPr>
        <p:txBody>
          <a:bodyPr wrap="square" rtlCol="0">
            <a:spAutoFit/>
          </a:bodyPr>
          <a:lstStyle/>
          <a:p>
            <a:r>
              <a:rPr lang="en-US" sz="1000" dirty="0"/>
              <a:t>After insert A</a:t>
            </a:r>
          </a:p>
        </p:txBody>
      </p:sp>
      <p:sp>
        <p:nvSpPr>
          <p:cNvPr id="11" name="Rectangle 10">
            <a:extLst>
              <a:ext uri="{FF2B5EF4-FFF2-40B4-BE49-F238E27FC236}">
                <a16:creationId xmlns:a16="http://schemas.microsoft.com/office/drawing/2014/main" id="{8B54D99B-B6ED-E244-A347-4FC9570109DA}"/>
              </a:ext>
            </a:extLst>
          </p:cNvPr>
          <p:cNvSpPr/>
          <p:nvPr/>
        </p:nvSpPr>
        <p:spPr>
          <a:xfrm>
            <a:off x="3048000" y="4058705"/>
            <a:ext cx="1184940" cy="246221"/>
          </a:xfrm>
          <a:prstGeom prst="rect">
            <a:avLst/>
          </a:prstGeom>
        </p:spPr>
        <p:txBody>
          <a:bodyPr wrap="none">
            <a:spAutoFit/>
          </a:bodyPr>
          <a:lstStyle/>
          <a:p>
            <a:r>
              <a:rPr lang="en-US" sz="1000" dirty="0"/>
              <a:t>After insert FOOL</a:t>
            </a:r>
          </a:p>
        </p:txBody>
      </p:sp>
      <p:sp>
        <p:nvSpPr>
          <p:cNvPr id="12" name="Rectangle 11">
            <a:extLst>
              <a:ext uri="{FF2B5EF4-FFF2-40B4-BE49-F238E27FC236}">
                <a16:creationId xmlns:a16="http://schemas.microsoft.com/office/drawing/2014/main" id="{AC220F13-38AD-804A-AA47-092547448D1A}"/>
              </a:ext>
            </a:extLst>
          </p:cNvPr>
          <p:cNvSpPr/>
          <p:nvPr/>
        </p:nvSpPr>
        <p:spPr>
          <a:xfrm>
            <a:off x="3048000" y="4371544"/>
            <a:ext cx="1107996" cy="246221"/>
          </a:xfrm>
          <a:prstGeom prst="rect">
            <a:avLst/>
          </a:prstGeom>
        </p:spPr>
        <p:txBody>
          <a:bodyPr wrap="none">
            <a:spAutoFit/>
          </a:bodyPr>
          <a:lstStyle/>
          <a:p>
            <a:r>
              <a:rPr lang="en-US" sz="1000" dirty="0"/>
              <a:t>After insert AND</a:t>
            </a:r>
          </a:p>
        </p:txBody>
      </p:sp>
      <p:sp>
        <p:nvSpPr>
          <p:cNvPr id="13" name="Rectangle 12">
            <a:extLst>
              <a:ext uri="{FF2B5EF4-FFF2-40B4-BE49-F238E27FC236}">
                <a16:creationId xmlns:a16="http://schemas.microsoft.com/office/drawing/2014/main" id="{CB92E1BE-0957-6D43-8132-7E92E90A4E5E}"/>
              </a:ext>
            </a:extLst>
          </p:cNvPr>
          <p:cNvSpPr/>
          <p:nvPr/>
        </p:nvSpPr>
        <p:spPr>
          <a:xfrm>
            <a:off x="3048000" y="4635675"/>
            <a:ext cx="1050288" cy="246221"/>
          </a:xfrm>
          <a:prstGeom prst="rect">
            <a:avLst/>
          </a:prstGeom>
        </p:spPr>
        <p:txBody>
          <a:bodyPr wrap="none">
            <a:spAutoFit/>
          </a:bodyPr>
          <a:lstStyle/>
          <a:p>
            <a:r>
              <a:rPr lang="en-US" sz="1000" dirty="0"/>
              <a:t>After insert HIS</a:t>
            </a:r>
          </a:p>
        </p:txBody>
      </p:sp>
      <p:sp>
        <p:nvSpPr>
          <p:cNvPr id="14" name="Rectangle 13">
            <a:extLst>
              <a:ext uri="{FF2B5EF4-FFF2-40B4-BE49-F238E27FC236}">
                <a16:creationId xmlns:a16="http://schemas.microsoft.com/office/drawing/2014/main" id="{29F073F4-E0E1-504E-95F4-05AEB70DFCC4}"/>
              </a:ext>
            </a:extLst>
          </p:cNvPr>
          <p:cNvSpPr/>
          <p:nvPr/>
        </p:nvSpPr>
        <p:spPr>
          <a:xfrm>
            <a:off x="3048000" y="4934047"/>
            <a:ext cx="1306768" cy="246221"/>
          </a:xfrm>
          <a:prstGeom prst="rect">
            <a:avLst/>
          </a:prstGeom>
        </p:spPr>
        <p:txBody>
          <a:bodyPr wrap="none">
            <a:spAutoFit/>
          </a:bodyPr>
          <a:lstStyle/>
          <a:p>
            <a:r>
              <a:rPr lang="en-US" sz="1000" dirty="0"/>
              <a:t>After insert MONEY</a:t>
            </a:r>
          </a:p>
        </p:txBody>
      </p:sp>
      <p:sp>
        <p:nvSpPr>
          <p:cNvPr id="15" name="Rectangle 14">
            <a:extLst>
              <a:ext uri="{FF2B5EF4-FFF2-40B4-BE49-F238E27FC236}">
                <a16:creationId xmlns:a16="http://schemas.microsoft.com/office/drawing/2014/main" id="{35A27B73-2988-4E4A-ABDB-0FF960EF449F}"/>
              </a:ext>
            </a:extLst>
          </p:cNvPr>
          <p:cNvSpPr/>
          <p:nvPr/>
        </p:nvSpPr>
        <p:spPr>
          <a:xfrm>
            <a:off x="3048000" y="5250329"/>
            <a:ext cx="1099981" cy="246221"/>
          </a:xfrm>
          <a:prstGeom prst="rect">
            <a:avLst/>
          </a:prstGeom>
        </p:spPr>
        <p:txBody>
          <a:bodyPr wrap="none">
            <a:spAutoFit/>
          </a:bodyPr>
          <a:lstStyle/>
          <a:p>
            <a:r>
              <a:rPr lang="en-US" sz="1000" dirty="0"/>
              <a:t>After insert ARE</a:t>
            </a:r>
          </a:p>
        </p:txBody>
      </p:sp>
      <p:sp>
        <p:nvSpPr>
          <p:cNvPr id="16" name="Rectangle 15">
            <a:extLst>
              <a:ext uri="{FF2B5EF4-FFF2-40B4-BE49-F238E27FC236}">
                <a16:creationId xmlns:a16="http://schemas.microsoft.com/office/drawing/2014/main" id="{2D262FED-385F-B643-97A9-CC89E04EB023}"/>
              </a:ext>
            </a:extLst>
          </p:cNvPr>
          <p:cNvSpPr/>
          <p:nvPr/>
        </p:nvSpPr>
        <p:spPr>
          <a:xfrm>
            <a:off x="3063138" y="5825677"/>
            <a:ext cx="1356462" cy="246221"/>
          </a:xfrm>
          <a:prstGeom prst="rect">
            <a:avLst/>
          </a:prstGeom>
        </p:spPr>
        <p:txBody>
          <a:bodyPr wrap="none">
            <a:spAutoFit/>
          </a:bodyPr>
          <a:lstStyle/>
          <a:p>
            <a:r>
              <a:rPr lang="en-US" sz="1000" dirty="0"/>
              <a:t>After insert PARTED</a:t>
            </a:r>
          </a:p>
        </p:txBody>
      </p:sp>
      <p:sp>
        <p:nvSpPr>
          <p:cNvPr id="17" name="Rectangle 16">
            <a:extLst>
              <a:ext uri="{FF2B5EF4-FFF2-40B4-BE49-F238E27FC236}">
                <a16:creationId xmlns:a16="http://schemas.microsoft.com/office/drawing/2014/main" id="{9B36D8A3-7BFB-DB4A-8F33-8B555700AEEE}"/>
              </a:ext>
            </a:extLst>
          </p:cNvPr>
          <p:cNvSpPr/>
          <p:nvPr/>
        </p:nvSpPr>
        <p:spPr>
          <a:xfrm>
            <a:off x="3028245" y="5544979"/>
            <a:ext cx="1213794" cy="246221"/>
          </a:xfrm>
          <a:prstGeom prst="rect">
            <a:avLst/>
          </a:prstGeom>
        </p:spPr>
        <p:txBody>
          <a:bodyPr wrap="none">
            <a:spAutoFit/>
          </a:bodyPr>
          <a:lstStyle/>
          <a:p>
            <a:r>
              <a:rPr lang="en-US" sz="1000" dirty="0"/>
              <a:t>After insert SOON</a:t>
            </a:r>
          </a:p>
        </p:txBody>
      </p:sp>
      <p:sp>
        <p:nvSpPr>
          <p:cNvPr id="18" name="object 7">
            <a:extLst>
              <a:ext uri="{FF2B5EF4-FFF2-40B4-BE49-F238E27FC236}">
                <a16:creationId xmlns:a16="http://schemas.microsoft.com/office/drawing/2014/main" id="{FDA84D27-0303-1648-B8F4-0688F1C315BD}"/>
              </a:ext>
            </a:extLst>
          </p:cNvPr>
          <p:cNvSpPr txBox="1">
            <a:spLocks/>
          </p:cNvSpPr>
          <p:nvPr/>
        </p:nvSpPr>
        <p:spPr bwMode="auto">
          <a:xfrm>
            <a:off x="228600" y="796467"/>
            <a:ext cx="10270067" cy="2487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lvl1pPr marL="342900" indent="-342900" algn="l" rtl="0" eaLnBrk="1" fontAlgn="base" hangingPunct="1">
              <a:spcBef>
                <a:spcPct val="20000"/>
              </a:spcBef>
              <a:spcAft>
                <a:spcPct val="0"/>
              </a:spcAft>
              <a:buSzPct val="75000"/>
              <a:buBlip>
                <a:blip r:embed="rId4"/>
              </a:buBlip>
              <a:defRPr sz="3200">
                <a:solidFill>
                  <a:schemeClr val="tx1"/>
                </a:solidFill>
                <a:latin typeface="+mn-lt"/>
                <a:ea typeface="ＭＳ Ｐゴシック" charset="0"/>
                <a:cs typeface="+mn-cs"/>
              </a:defRPr>
            </a:lvl1pPr>
            <a:lvl2pPr marL="742950" indent="-285750" algn="l" rtl="0" eaLnBrk="1" fontAlgn="base" hangingPunct="1">
              <a:spcBef>
                <a:spcPct val="20000"/>
              </a:spcBef>
              <a:spcAft>
                <a:spcPct val="0"/>
              </a:spcAft>
              <a:buSzPct val="65000"/>
              <a:buBlip>
                <a:blip r:embed="rId5"/>
              </a:buBlip>
              <a:defRPr sz="2800">
                <a:solidFill>
                  <a:srgbClr val="000050"/>
                </a:solidFill>
                <a:latin typeface="+mn-lt"/>
                <a:ea typeface="ＭＳ Ｐゴシック" charset="0"/>
              </a:defRPr>
            </a:lvl2pPr>
            <a:lvl3pPr marL="1143000" indent="-228600" algn="l" rtl="0" eaLnBrk="1" fontAlgn="base" hangingPunct="1">
              <a:spcBef>
                <a:spcPct val="20000"/>
              </a:spcBef>
              <a:spcAft>
                <a:spcPct val="0"/>
              </a:spcAft>
              <a:buSzPct val="65000"/>
              <a:buBlip>
                <a:blip r:embed="rId6"/>
              </a:buBlip>
              <a:defRPr sz="2400">
                <a:solidFill>
                  <a:schemeClr val="tx1"/>
                </a:solidFill>
                <a:latin typeface="+mn-lt"/>
                <a:ea typeface="ＭＳ Ｐゴシック" charset="0"/>
              </a:defRPr>
            </a:lvl3pPr>
            <a:lvl4pPr marL="1600200" indent="-228600" algn="l" rtl="0" eaLnBrk="1" fontAlgn="base" hangingPunct="1">
              <a:spcBef>
                <a:spcPct val="20000"/>
              </a:spcBef>
              <a:spcAft>
                <a:spcPct val="0"/>
              </a:spcAft>
              <a:buChar char="–"/>
              <a:defRPr sz="2000">
                <a:solidFill>
                  <a:schemeClr val="tx1"/>
                </a:solidFill>
                <a:latin typeface="+mn-lt"/>
                <a:ea typeface="ＭＳ Ｐゴシック" charset="0"/>
              </a:defRPr>
            </a:lvl4pPr>
            <a:lvl5pPr marL="2057400" indent="-228600" algn="l" rtl="0" eaLnBrk="1" fontAlgn="base" hangingPunct="1">
              <a:spcBef>
                <a:spcPct val="20000"/>
              </a:spcBef>
              <a:spcAft>
                <a:spcPct val="0"/>
              </a:spcAft>
              <a:buChar char="»"/>
              <a:defRPr sz="2000">
                <a:solidFill>
                  <a:schemeClr val="tx1"/>
                </a:solidFill>
                <a:latin typeface="+mn-lt"/>
                <a:ea typeface="ＭＳ Ｐゴシック"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marL="342900" marR="0" lvl="0" indent="-342900" algn="l" defTabSz="914400" rtl="0" eaLnBrk="1" fontAlgn="base" latinLnBrk="0" hangingPunct="1">
              <a:lnSpc>
                <a:spcPct val="100000"/>
              </a:lnSpc>
              <a:spcBef>
                <a:spcPct val="20000"/>
              </a:spcBef>
              <a:spcAft>
                <a:spcPct val="0"/>
              </a:spcAft>
              <a:buClr>
                <a:srgbClr val="FF6600"/>
              </a:buClr>
              <a:buSzPct val="75000"/>
              <a:buFontTx/>
              <a:buBlip>
                <a:blip r:embed="rId4"/>
              </a:buBlip>
              <a:tabLst>
                <a:tab pos="465671" algn="l"/>
              </a:tabLst>
              <a:defRPr/>
            </a:pPr>
            <a:r>
              <a:rPr kumimoji="0" lang="en-US" sz="2800" b="1" i="0" u="none" strike="noStrike" kern="1200" cap="none" spc="0" normalizeH="0" baseline="0" noProof="0" dirty="0">
                <a:ln>
                  <a:noFill/>
                </a:ln>
                <a:solidFill>
                  <a:srgbClr val="00B050"/>
                </a:solidFill>
                <a:effectLst/>
                <a:uLnTx/>
                <a:uFillTx/>
                <a:latin typeface="Arial"/>
                <a:ea typeface="ＭＳ Ｐゴシック" charset="0"/>
                <a:cs typeface="Arial" charset="0"/>
              </a:rPr>
              <a:t>Example</a:t>
            </a:r>
          </a:p>
          <a:p>
            <a:pPr lvl="1">
              <a:lnSpc>
                <a:spcPct val="90000"/>
              </a:lnSpc>
              <a:buClr>
                <a:srgbClr val="FF6600"/>
              </a:buClr>
              <a:tabLst>
                <a:tab pos="685800" algn="l"/>
              </a:tabLst>
              <a:defRPr/>
            </a:pPr>
            <a:r>
              <a:rPr lang="en-US" sz="2400" dirty="0"/>
              <a:t>Insert items with keys into an empty hash table using linear probing</a:t>
            </a:r>
          </a:p>
          <a:p>
            <a:pPr lvl="1">
              <a:lnSpc>
                <a:spcPct val="90000"/>
              </a:lnSpc>
              <a:buClr>
                <a:srgbClr val="FF6600"/>
              </a:buClr>
              <a:tabLst>
                <a:tab pos="685800" algn="l"/>
              </a:tabLst>
              <a:defRPr/>
            </a:pPr>
            <a:r>
              <a:rPr lang="en-US" sz="2400" dirty="0"/>
              <a:t>using </a:t>
            </a:r>
            <a:r>
              <a:rPr lang="en-US" sz="2400" i="1" dirty="0">
                <a:latin typeface="Times New Roman" panose="02020603050405020304" pitchFamily="18" charset="0"/>
                <a:cs typeface="Times New Roman" panose="02020603050405020304" pitchFamily="18" charset="0"/>
              </a:rPr>
              <a:t>h</a:t>
            </a:r>
            <a:r>
              <a:rPr lang="en-US" sz="2400" dirty="0"/>
              <a:t>(K) = sum of K’s letters’ positions in the alphabet MOD 13</a:t>
            </a:r>
          </a:p>
          <a:p>
            <a:pPr marL="457200" lvl="1" indent="0">
              <a:lnSpc>
                <a:spcPct val="90000"/>
              </a:lnSpc>
              <a:buClr>
                <a:srgbClr val="FF6600"/>
              </a:buClr>
              <a:buNone/>
              <a:tabLst>
                <a:tab pos="685800" algn="l"/>
              </a:tabLst>
              <a:defRPr/>
            </a:pPr>
            <a:endParaRPr lang="en-US" sz="2400" dirty="0"/>
          </a:p>
          <a:p>
            <a:pPr marL="342900" marR="0" lvl="0" indent="-342900" algn="l" defTabSz="914400" rtl="0" eaLnBrk="1" fontAlgn="base" latinLnBrk="0" hangingPunct="1">
              <a:lnSpc>
                <a:spcPct val="100000"/>
              </a:lnSpc>
              <a:spcBef>
                <a:spcPct val="20000"/>
              </a:spcBef>
              <a:spcAft>
                <a:spcPct val="0"/>
              </a:spcAft>
              <a:buClr>
                <a:srgbClr val="FF6600"/>
              </a:buClr>
              <a:buSzPct val="75000"/>
              <a:buFontTx/>
              <a:buBlip>
                <a:blip r:embed="rId4"/>
              </a:buBlip>
              <a:tabLst>
                <a:tab pos="465671" algn="l"/>
              </a:tabLst>
              <a:defRPr/>
            </a:pPr>
            <a:endParaRPr kumimoji="0" lang="en-US" sz="2800" b="1" i="0" u="none" strike="noStrike" kern="1200" cap="none" spc="0" normalizeH="0" baseline="0" noProof="0" dirty="0">
              <a:ln>
                <a:noFill/>
              </a:ln>
              <a:solidFill>
                <a:srgbClr val="000000"/>
              </a:solidFill>
              <a:effectLst/>
              <a:uLnTx/>
              <a:uFillTx/>
              <a:latin typeface="Arial"/>
              <a:ea typeface="ＭＳ Ｐゴシック" charset="0"/>
              <a:cs typeface="Arial" charset="0"/>
            </a:endParaRPr>
          </a:p>
          <a:p>
            <a:pPr marL="1070814" marR="4611" lvl="2" indent="-207477" algn="l" defTabSz="914400" rtl="0" eaLnBrk="1" fontAlgn="base" latinLnBrk="0" hangingPunct="1">
              <a:lnSpc>
                <a:spcPts val="1851"/>
              </a:lnSpc>
              <a:spcBef>
                <a:spcPts val="600"/>
              </a:spcBef>
              <a:spcAft>
                <a:spcPct val="0"/>
              </a:spcAft>
              <a:buClr>
                <a:srgbClr val="FF9900"/>
              </a:buClr>
              <a:buSzPct val="65000"/>
              <a:buFont typeface="Tahoma"/>
              <a:buChar char="•"/>
              <a:tabLst>
                <a:tab pos="1070814" algn="l"/>
              </a:tabLst>
              <a:defRPr/>
            </a:pPr>
            <a:endParaRPr kumimoji="0" lang="en-US" sz="2100" b="0" i="0" u="none" strike="noStrike" kern="1200" cap="none" spc="-9" normalizeH="0" baseline="0" noProof="0" dirty="0">
              <a:ln>
                <a:noFill/>
              </a:ln>
              <a:solidFill>
                <a:srgbClr val="000000"/>
              </a:solidFill>
              <a:effectLst/>
              <a:uLnTx/>
              <a:uFillTx/>
              <a:latin typeface="Tahoma"/>
              <a:ea typeface="ＭＳ Ｐゴシック" charset="0"/>
              <a:cs typeface="Tahoma"/>
            </a:endParaRPr>
          </a:p>
        </p:txBody>
      </p:sp>
    </p:spTree>
    <p:extLst>
      <p:ext uri="{BB962C8B-B14F-4D97-AF65-F5344CB8AC3E}">
        <p14:creationId xmlns:p14="http://schemas.microsoft.com/office/powerpoint/2010/main" val="49493904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title"/>
          </p:nvPr>
        </p:nvSpPr>
        <p:spPr>
          <a:xfrm>
            <a:off x="457200" y="338065"/>
            <a:ext cx="11065008" cy="500137"/>
          </a:xfrm>
          <a:prstGeom prst="rect">
            <a:avLst/>
          </a:prstGeom>
          <a:solidFill>
            <a:schemeClr val="bg1"/>
          </a:solidFill>
          <a:ln>
            <a:noFill/>
          </a:ln>
        </p:spPr>
        <p:txBody>
          <a:bodyPr vert="horz" wrap="square" lIns="0" tIns="0" rIns="0" bIns="0" numCol="1" rtlCol="0" anchor="ctr" anchorCtr="0" compatLnSpc="1">
            <a:prstTxWarp prst="textNoShape">
              <a:avLst/>
            </a:prstTxWarp>
            <a:spAutoFit/>
          </a:bodyPr>
          <a:lstStyle/>
          <a:p>
            <a:pPr marL="11527">
              <a:lnSpc>
                <a:spcPts val="3916"/>
              </a:lnSpc>
            </a:pPr>
            <a:r>
              <a:rPr lang="en-US" sz="3800" b="1" dirty="0">
                <a:solidFill>
                  <a:srgbClr val="0070C0"/>
                </a:solidFill>
              </a:rPr>
              <a:t>Closed Hashing (Open Addressing), Contd.</a:t>
            </a:r>
            <a:endParaRPr sz="3800" b="1" dirty="0">
              <a:solidFill>
                <a:srgbClr val="0070C0"/>
              </a:solidFill>
            </a:endParaRPr>
          </a:p>
        </p:txBody>
      </p:sp>
      <p:sp>
        <p:nvSpPr>
          <p:cNvPr id="3" name="Slide Number Placeholder 2"/>
          <p:cNvSpPr>
            <a:spLocks noGrp="1"/>
          </p:cNvSpPr>
          <p:nvPr>
            <p:ph type="sldNum" sz="quarter" idx="4294967295"/>
          </p:nvPr>
        </p:nvSpPr>
        <p:spPr>
          <a:xfrm>
            <a:off x="8737600" y="6356351"/>
            <a:ext cx="2844800" cy="365125"/>
          </a:xfrm>
          <a:prstGeom prst="rect">
            <a:avLst/>
          </a:prstGeom>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C65781BD-3F4D-4CA7-A858-CE94DEA3B426}" type="slidenum">
              <a:rPr kumimoji="0" lang="en-US" sz="1800" b="0" i="0" u="none" strike="noStrike" kern="1200" cap="none" spc="0" normalizeH="0" baseline="0" noProof="0" smtClean="0">
                <a:ln>
                  <a:noFill/>
                </a:ln>
                <a:solidFill>
                  <a:srgbClr val="000000"/>
                </a:solidFill>
                <a:effectLst/>
                <a:uLnTx/>
                <a:uFillTx/>
                <a:latin typeface="Arial" charset="0"/>
                <a:ea typeface="ＭＳ Ｐゴシック"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27</a:t>
            </a:fld>
            <a:endParaRPr kumimoji="0" lang="en-US" sz="1800" b="0" i="0" u="none" strike="noStrike" kern="1200" cap="none" spc="0" normalizeH="0" baseline="0" noProof="0" dirty="0">
              <a:ln>
                <a:noFill/>
              </a:ln>
              <a:solidFill>
                <a:srgbClr val="000000"/>
              </a:solidFill>
              <a:effectLst/>
              <a:uLnTx/>
              <a:uFillTx/>
              <a:latin typeface="Arial" charset="0"/>
              <a:ea typeface="ＭＳ Ｐゴシック" pitchFamily="34" charset="-128"/>
              <a:cs typeface="+mn-cs"/>
            </a:endParaRPr>
          </a:p>
        </p:txBody>
      </p:sp>
      <p:sp>
        <p:nvSpPr>
          <p:cNvPr id="9" name="object 7">
            <a:extLst>
              <a:ext uri="{FF2B5EF4-FFF2-40B4-BE49-F238E27FC236}">
                <a16:creationId xmlns:a16="http://schemas.microsoft.com/office/drawing/2014/main" id="{ACB0B48A-560D-4839-8006-6097D80F76DB}"/>
              </a:ext>
            </a:extLst>
          </p:cNvPr>
          <p:cNvSpPr txBox="1">
            <a:spLocks/>
          </p:cNvSpPr>
          <p:nvPr/>
        </p:nvSpPr>
        <p:spPr bwMode="auto">
          <a:xfrm>
            <a:off x="457200" y="1228384"/>
            <a:ext cx="3886200" cy="3078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lvl1pPr marL="342900" indent="-342900" algn="l" rtl="0" eaLnBrk="1" fontAlgn="base" hangingPunct="1">
              <a:spcBef>
                <a:spcPct val="20000"/>
              </a:spcBef>
              <a:spcAft>
                <a:spcPct val="0"/>
              </a:spcAft>
              <a:buSzPct val="75000"/>
              <a:buBlip>
                <a:blip r:embed="rId3"/>
              </a:buBlip>
              <a:defRPr sz="3200">
                <a:solidFill>
                  <a:schemeClr val="tx1"/>
                </a:solidFill>
                <a:latin typeface="+mn-lt"/>
                <a:ea typeface="ＭＳ Ｐゴシック" charset="0"/>
                <a:cs typeface="+mn-cs"/>
              </a:defRPr>
            </a:lvl1pPr>
            <a:lvl2pPr marL="742950" indent="-285750" algn="l" rtl="0" eaLnBrk="1" fontAlgn="base" hangingPunct="1">
              <a:spcBef>
                <a:spcPct val="20000"/>
              </a:spcBef>
              <a:spcAft>
                <a:spcPct val="0"/>
              </a:spcAft>
              <a:buSzPct val="65000"/>
              <a:buBlip>
                <a:blip r:embed="rId4"/>
              </a:buBlip>
              <a:defRPr sz="2800">
                <a:solidFill>
                  <a:srgbClr val="000050"/>
                </a:solidFill>
                <a:latin typeface="+mn-lt"/>
                <a:ea typeface="ＭＳ Ｐゴシック" charset="0"/>
              </a:defRPr>
            </a:lvl2pPr>
            <a:lvl3pPr marL="1143000" indent="-228600" algn="l" rtl="0" eaLnBrk="1" fontAlgn="base" hangingPunct="1">
              <a:spcBef>
                <a:spcPct val="20000"/>
              </a:spcBef>
              <a:spcAft>
                <a:spcPct val="0"/>
              </a:spcAft>
              <a:buSzPct val="65000"/>
              <a:buBlip>
                <a:blip r:embed="rId5"/>
              </a:buBlip>
              <a:defRPr sz="2400">
                <a:solidFill>
                  <a:schemeClr val="tx1"/>
                </a:solidFill>
                <a:latin typeface="+mn-lt"/>
                <a:ea typeface="ＭＳ Ｐゴシック" charset="0"/>
              </a:defRPr>
            </a:lvl3pPr>
            <a:lvl4pPr marL="1600200" indent="-228600" algn="l" rtl="0" eaLnBrk="1" fontAlgn="base" hangingPunct="1">
              <a:spcBef>
                <a:spcPct val="20000"/>
              </a:spcBef>
              <a:spcAft>
                <a:spcPct val="0"/>
              </a:spcAft>
              <a:buChar char="–"/>
              <a:defRPr sz="2000">
                <a:solidFill>
                  <a:schemeClr val="tx1"/>
                </a:solidFill>
                <a:latin typeface="+mn-lt"/>
                <a:ea typeface="ＭＳ Ｐゴシック" charset="0"/>
              </a:defRPr>
            </a:lvl4pPr>
            <a:lvl5pPr marL="2057400" indent="-228600" algn="l" rtl="0" eaLnBrk="1" fontAlgn="base" hangingPunct="1">
              <a:spcBef>
                <a:spcPct val="20000"/>
              </a:spcBef>
              <a:spcAft>
                <a:spcPct val="0"/>
              </a:spcAft>
              <a:buChar char="»"/>
              <a:defRPr sz="2000">
                <a:solidFill>
                  <a:schemeClr val="tx1"/>
                </a:solidFill>
                <a:latin typeface="+mn-lt"/>
                <a:ea typeface="ＭＳ Ｐゴシック"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marL="342900" marR="0" lvl="0" indent="-342900" algn="l" defTabSz="914400" rtl="0" eaLnBrk="1" fontAlgn="base" latinLnBrk="0" hangingPunct="1">
              <a:lnSpc>
                <a:spcPct val="100000"/>
              </a:lnSpc>
              <a:spcBef>
                <a:spcPct val="20000"/>
              </a:spcBef>
              <a:spcAft>
                <a:spcPct val="0"/>
              </a:spcAft>
              <a:buClr>
                <a:srgbClr val="FF6600"/>
              </a:buClr>
              <a:buSzPct val="75000"/>
              <a:buFontTx/>
              <a:buBlip>
                <a:blip r:embed="rId3"/>
              </a:buBlip>
              <a:tabLst>
                <a:tab pos="465671" algn="l"/>
              </a:tabLst>
              <a:defRPr/>
            </a:pPr>
            <a:r>
              <a:rPr kumimoji="0" lang="en-US" sz="2800" b="1" i="0" u="none" strike="noStrike" kern="1200" cap="none" spc="0" normalizeH="0" baseline="0" noProof="0" dirty="0">
                <a:ln>
                  <a:noFill/>
                </a:ln>
                <a:solidFill>
                  <a:srgbClr val="00B050"/>
                </a:solidFill>
                <a:effectLst/>
                <a:uLnTx/>
                <a:uFillTx/>
                <a:latin typeface="Arial"/>
                <a:ea typeface="ＭＳ Ｐゴシック" charset="0"/>
                <a:cs typeface="Arial" charset="0"/>
              </a:rPr>
              <a:t>Example</a:t>
            </a:r>
          </a:p>
          <a:p>
            <a:pPr lvl="1">
              <a:lnSpc>
                <a:spcPct val="90000"/>
              </a:lnSpc>
              <a:buClr>
                <a:srgbClr val="FF6600"/>
              </a:buClr>
              <a:tabLst>
                <a:tab pos="685800" algn="l"/>
              </a:tabLst>
              <a:defRPr/>
            </a:pPr>
            <a:r>
              <a:rPr lang="en-US" sz="2400" dirty="0"/>
              <a:t>Insert items with keys 89, 18, 49, 58, 9 into an empty hash table using linear probing</a:t>
            </a:r>
          </a:p>
          <a:p>
            <a:pPr lvl="1">
              <a:lnSpc>
                <a:spcPct val="90000"/>
              </a:lnSpc>
              <a:buClr>
                <a:srgbClr val="FF6600"/>
              </a:buClr>
              <a:tabLst>
                <a:tab pos="685800" algn="l"/>
              </a:tabLst>
              <a:defRPr/>
            </a:pPr>
            <a:r>
              <a:rPr lang="en-US" sz="2400" dirty="0"/>
              <a:t>using </a:t>
            </a:r>
            <a:r>
              <a:rPr lang="en-US" sz="2400" i="1" dirty="0">
                <a:latin typeface="Times New Roman" panose="02020603050405020304" pitchFamily="18" charset="0"/>
                <a:cs typeface="Times New Roman" panose="02020603050405020304" pitchFamily="18" charset="0"/>
              </a:rPr>
              <a:t>h</a:t>
            </a:r>
            <a:r>
              <a:rPr lang="en-US" sz="2400" dirty="0"/>
              <a:t>(K) =K % 10</a:t>
            </a:r>
          </a:p>
          <a:p>
            <a:pPr marL="342900" marR="0" lvl="0" indent="-342900" algn="l" defTabSz="914400" rtl="0" eaLnBrk="1" fontAlgn="base" latinLnBrk="0" hangingPunct="1">
              <a:lnSpc>
                <a:spcPct val="100000"/>
              </a:lnSpc>
              <a:spcBef>
                <a:spcPct val="20000"/>
              </a:spcBef>
              <a:spcAft>
                <a:spcPct val="0"/>
              </a:spcAft>
              <a:buClr>
                <a:srgbClr val="FF6600"/>
              </a:buClr>
              <a:buSzPct val="75000"/>
              <a:buFontTx/>
              <a:buBlip>
                <a:blip r:embed="rId3"/>
              </a:buBlip>
              <a:tabLst>
                <a:tab pos="465671" algn="l"/>
              </a:tabLst>
              <a:defRPr/>
            </a:pPr>
            <a:endParaRPr kumimoji="0" lang="en-US" sz="2800" b="1" i="0" u="none" strike="noStrike" kern="1200" cap="none" spc="0" normalizeH="0" baseline="0" noProof="0" dirty="0">
              <a:ln>
                <a:noFill/>
              </a:ln>
              <a:solidFill>
                <a:srgbClr val="000000"/>
              </a:solidFill>
              <a:effectLst/>
              <a:uLnTx/>
              <a:uFillTx/>
              <a:latin typeface="Arial"/>
              <a:ea typeface="ＭＳ Ｐゴシック" charset="0"/>
              <a:cs typeface="Arial" charset="0"/>
            </a:endParaRPr>
          </a:p>
          <a:p>
            <a:pPr marL="1070814" marR="4611" lvl="2" indent="-207477" algn="l" defTabSz="914400" rtl="0" eaLnBrk="1" fontAlgn="base" latinLnBrk="0" hangingPunct="1">
              <a:lnSpc>
                <a:spcPts val="1851"/>
              </a:lnSpc>
              <a:spcBef>
                <a:spcPts val="600"/>
              </a:spcBef>
              <a:spcAft>
                <a:spcPct val="0"/>
              </a:spcAft>
              <a:buClr>
                <a:srgbClr val="FF9900"/>
              </a:buClr>
              <a:buSzPct val="65000"/>
              <a:buFont typeface="Tahoma"/>
              <a:buChar char="•"/>
              <a:tabLst>
                <a:tab pos="1070814" algn="l"/>
              </a:tabLst>
              <a:defRPr/>
            </a:pPr>
            <a:endParaRPr kumimoji="0" lang="en-US" sz="2100" b="0" i="0" u="none" strike="noStrike" kern="1200" cap="none" spc="-9" normalizeH="0" baseline="0" noProof="0" dirty="0">
              <a:ln>
                <a:noFill/>
              </a:ln>
              <a:solidFill>
                <a:srgbClr val="000000"/>
              </a:solidFill>
              <a:effectLst/>
              <a:uLnTx/>
              <a:uFillTx/>
              <a:latin typeface="Tahoma"/>
              <a:ea typeface="ＭＳ Ｐゴシック" charset="0"/>
              <a:cs typeface="Tahoma"/>
            </a:endParaRPr>
          </a:p>
        </p:txBody>
      </p:sp>
      <p:pic>
        <p:nvPicPr>
          <p:cNvPr id="2" name="Picture 3">
            <a:extLst>
              <a:ext uri="{FF2B5EF4-FFF2-40B4-BE49-F238E27FC236}">
                <a16:creationId xmlns:a16="http://schemas.microsoft.com/office/drawing/2014/main" id="{7EF07DC3-5511-4092-15BA-D11E0998463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95800" y="1187111"/>
            <a:ext cx="6629400" cy="5672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a:extLst>
              <a:ext uri="{FF2B5EF4-FFF2-40B4-BE49-F238E27FC236}">
                <a16:creationId xmlns:a16="http://schemas.microsoft.com/office/drawing/2014/main" id="{56D389BE-7FE1-4FB1-894D-ED4854C655CF}"/>
              </a:ext>
            </a:extLst>
          </p:cNvPr>
          <p:cNvSpPr/>
          <p:nvPr/>
        </p:nvSpPr>
        <p:spPr>
          <a:xfrm>
            <a:off x="4443525" y="2896348"/>
            <a:ext cx="433275" cy="380252"/>
          </a:xfrm>
          <a:prstGeom prst="rect">
            <a:avLst/>
          </a:prstGeom>
          <a:solidFill>
            <a:srgbClr val="FFFF00">
              <a:alpha val="3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26F4D7AB-0919-F99C-7630-36C260E53E65}"/>
              </a:ext>
            </a:extLst>
          </p:cNvPr>
          <p:cNvSpPr/>
          <p:nvPr/>
        </p:nvSpPr>
        <p:spPr>
          <a:xfrm>
            <a:off x="4443525" y="6400800"/>
            <a:ext cx="433275" cy="380252"/>
          </a:xfrm>
          <a:prstGeom prst="rect">
            <a:avLst/>
          </a:prstGeom>
          <a:solidFill>
            <a:srgbClr val="FFFF00">
              <a:alpha val="3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274326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title"/>
          </p:nvPr>
        </p:nvSpPr>
        <p:spPr>
          <a:xfrm>
            <a:off x="457200" y="338065"/>
            <a:ext cx="11065008" cy="500137"/>
          </a:xfrm>
          <a:prstGeom prst="rect">
            <a:avLst/>
          </a:prstGeom>
          <a:solidFill>
            <a:schemeClr val="bg1"/>
          </a:solidFill>
          <a:ln>
            <a:noFill/>
          </a:ln>
        </p:spPr>
        <p:txBody>
          <a:bodyPr vert="horz" wrap="square" lIns="0" tIns="0" rIns="0" bIns="0" numCol="1" rtlCol="0" anchor="ctr" anchorCtr="0" compatLnSpc="1">
            <a:prstTxWarp prst="textNoShape">
              <a:avLst/>
            </a:prstTxWarp>
            <a:spAutoFit/>
          </a:bodyPr>
          <a:lstStyle/>
          <a:p>
            <a:pPr marL="11527">
              <a:lnSpc>
                <a:spcPts val="3916"/>
              </a:lnSpc>
            </a:pPr>
            <a:r>
              <a:rPr lang="en-US" sz="3800" b="1" dirty="0">
                <a:solidFill>
                  <a:srgbClr val="0070C0"/>
                </a:solidFill>
              </a:rPr>
              <a:t>Closed Hashing (Open Addressing), Contd.</a:t>
            </a:r>
            <a:endParaRPr sz="3800" b="1" dirty="0">
              <a:solidFill>
                <a:srgbClr val="FF0000"/>
              </a:solidFill>
            </a:endParaRPr>
          </a:p>
        </p:txBody>
      </p:sp>
      <p:sp>
        <p:nvSpPr>
          <p:cNvPr id="3" name="Slide Number Placeholder 2"/>
          <p:cNvSpPr>
            <a:spLocks noGrp="1"/>
          </p:cNvSpPr>
          <p:nvPr>
            <p:ph type="sldNum" sz="quarter" idx="4294967295"/>
          </p:nvPr>
        </p:nvSpPr>
        <p:spPr>
          <a:xfrm>
            <a:off x="8737600" y="6356351"/>
            <a:ext cx="2844800" cy="365125"/>
          </a:xfrm>
          <a:prstGeom prst="rect">
            <a:avLst/>
          </a:prstGeom>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C65781BD-3F4D-4CA7-A858-CE94DEA3B426}" type="slidenum">
              <a:rPr kumimoji="0" lang="en-US" sz="1800" b="0" i="0" u="none" strike="noStrike" kern="1200" cap="none" spc="0" normalizeH="0" baseline="0" noProof="0" smtClean="0">
                <a:ln>
                  <a:noFill/>
                </a:ln>
                <a:solidFill>
                  <a:srgbClr val="000000"/>
                </a:solidFill>
                <a:effectLst/>
                <a:uLnTx/>
                <a:uFillTx/>
                <a:latin typeface="Arial" charset="0"/>
                <a:ea typeface="ＭＳ Ｐゴシック"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28</a:t>
            </a:fld>
            <a:endParaRPr kumimoji="0" lang="en-US" sz="1800" b="0" i="0" u="none" strike="noStrike" kern="1200" cap="none" spc="0" normalizeH="0" baseline="0" noProof="0" dirty="0">
              <a:ln>
                <a:noFill/>
              </a:ln>
              <a:solidFill>
                <a:srgbClr val="000000"/>
              </a:solidFill>
              <a:effectLst/>
              <a:uLnTx/>
              <a:uFillTx/>
              <a:latin typeface="Arial" charset="0"/>
              <a:ea typeface="ＭＳ Ｐゴシック" pitchFamily="34" charset="-128"/>
              <a:cs typeface="+mn-cs"/>
            </a:endParaRPr>
          </a:p>
        </p:txBody>
      </p:sp>
      <p:sp>
        <p:nvSpPr>
          <p:cNvPr id="9" name="object 7">
            <a:extLst>
              <a:ext uri="{FF2B5EF4-FFF2-40B4-BE49-F238E27FC236}">
                <a16:creationId xmlns:a16="http://schemas.microsoft.com/office/drawing/2014/main" id="{ACB0B48A-560D-4839-8006-6097D80F76DB}"/>
              </a:ext>
            </a:extLst>
          </p:cNvPr>
          <p:cNvSpPr txBox="1">
            <a:spLocks/>
          </p:cNvSpPr>
          <p:nvPr/>
        </p:nvSpPr>
        <p:spPr bwMode="auto">
          <a:xfrm>
            <a:off x="457200" y="1228384"/>
            <a:ext cx="11430000" cy="41611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lvl1pPr marL="342900" indent="-342900" algn="l" rtl="0" eaLnBrk="1" fontAlgn="base" hangingPunct="1">
              <a:spcBef>
                <a:spcPct val="20000"/>
              </a:spcBef>
              <a:spcAft>
                <a:spcPct val="0"/>
              </a:spcAft>
              <a:buSzPct val="75000"/>
              <a:buBlip>
                <a:blip r:embed="rId3"/>
              </a:buBlip>
              <a:defRPr sz="3200">
                <a:solidFill>
                  <a:schemeClr val="tx1"/>
                </a:solidFill>
                <a:latin typeface="+mn-lt"/>
                <a:ea typeface="ＭＳ Ｐゴシック" charset="0"/>
                <a:cs typeface="+mn-cs"/>
              </a:defRPr>
            </a:lvl1pPr>
            <a:lvl2pPr marL="742950" indent="-285750" algn="l" rtl="0" eaLnBrk="1" fontAlgn="base" hangingPunct="1">
              <a:spcBef>
                <a:spcPct val="20000"/>
              </a:spcBef>
              <a:spcAft>
                <a:spcPct val="0"/>
              </a:spcAft>
              <a:buSzPct val="65000"/>
              <a:buBlip>
                <a:blip r:embed="rId4"/>
              </a:buBlip>
              <a:defRPr sz="2800">
                <a:solidFill>
                  <a:srgbClr val="000050"/>
                </a:solidFill>
                <a:latin typeface="+mn-lt"/>
                <a:ea typeface="ＭＳ Ｐゴシック" charset="0"/>
              </a:defRPr>
            </a:lvl2pPr>
            <a:lvl3pPr marL="1143000" indent="-228600" algn="l" rtl="0" eaLnBrk="1" fontAlgn="base" hangingPunct="1">
              <a:spcBef>
                <a:spcPct val="20000"/>
              </a:spcBef>
              <a:spcAft>
                <a:spcPct val="0"/>
              </a:spcAft>
              <a:buSzPct val="65000"/>
              <a:buBlip>
                <a:blip r:embed="rId5"/>
              </a:buBlip>
              <a:defRPr sz="2400">
                <a:solidFill>
                  <a:schemeClr val="tx1"/>
                </a:solidFill>
                <a:latin typeface="+mn-lt"/>
                <a:ea typeface="ＭＳ Ｐゴシック" charset="0"/>
              </a:defRPr>
            </a:lvl3pPr>
            <a:lvl4pPr marL="1600200" indent="-228600" algn="l" rtl="0" eaLnBrk="1" fontAlgn="base" hangingPunct="1">
              <a:spcBef>
                <a:spcPct val="20000"/>
              </a:spcBef>
              <a:spcAft>
                <a:spcPct val="0"/>
              </a:spcAft>
              <a:buChar char="–"/>
              <a:defRPr sz="2000">
                <a:solidFill>
                  <a:schemeClr val="tx1"/>
                </a:solidFill>
                <a:latin typeface="+mn-lt"/>
                <a:ea typeface="ＭＳ Ｐゴシック" charset="0"/>
              </a:defRPr>
            </a:lvl4pPr>
            <a:lvl5pPr marL="2057400" indent="-228600" algn="l" rtl="0" eaLnBrk="1" fontAlgn="base" hangingPunct="1">
              <a:spcBef>
                <a:spcPct val="20000"/>
              </a:spcBef>
              <a:spcAft>
                <a:spcPct val="0"/>
              </a:spcAft>
              <a:buChar char="»"/>
              <a:defRPr sz="2000">
                <a:solidFill>
                  <a:schemeClr val="tx1"/>
                </a:solidFill>
                <a:latin typeface="+mn-lt"/>
                <a:ea typeface="ＭＳ Ｐゴシック"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a:buClr>
                <a:srgbClr val="FF6600"/>
              </a:buClr>
              <a:tabLst>
                <a:tab pos="465671" algn="l"/>
              </a:tabLst>
              <a:defRPr/>
            </a:pPr>
            <a:r>
              <a:rPr lang="en-US" altLang="en-US" sz="2800" b="1" dirty="0">
                <a:solidFill>
                  <a:srgbClr val="000000"/>
                </a:solidFill>
                <a:latin typeface="Arial"/>
                <a:cs typeface="Arial" charset="0"/>
              </a:rPr>
              <a:t>Advantage</a:t>
            </a:r>
          </a:p>
          <a:p>
            <a:pPr lvl="1">
              <a:buClr>
                <a:srgbClr val="FF6600"/>
              </a:buClr>
              <a:tabLst>
                <a:tab pos="465671" algn="l"/>
              </a:tabLst>
              <a:defRPr/>
            </a:pPr>
            <a:r>
              <a:rPr lang="en-US" altLang="en-US" sz="2400" dirty="0"/>
              <a:t>avoids pointers</a:t>
            </a:r>
          </a:p>
          <a:p>
            <a:pPr lvl="1">
              <a:buClr>
                <a:srgbClr val="FF6600"/>
              </a:buClr>
              <a:tabLst>
                <a:tab pos="465671" algn="l"/>
              </a:tabLst>
              <a:defRPr/>
            </a:pPr>
            <a:r>
              <a:rPr lang="en-US" altLang="en-US" sz="800" b="1" dirty="0">
                <a:solidFill>
                  <a:srgbClr val="000000"/>
                </a:solidFill>
                <a:latin typeface="Arial"/>
                <a:cs typeface="Arial" charset="0"/>
              </a:rPr>
              <a:t>	</a:t>
            </a:r>
          </a:p>
          <a:p>
            <a:pPr>
              <a:buClr>
                <a:srgbClr val="FF6600"/>
              </a:buClr>
              <a:tabLst>
                <a:tab pos="465671" algn="l"/>
              </a:tabLst>
              <a:defRPr/>
            </a:pPr>
            <a:r>
              <a:rPr lang="en-US" altLang="en-US" sz="2800" b="1" dirty="0">
                <a:solidFill>
                  <a:srgbClr val="000000"/>
                </a:solidFill>
                <a:latin typeface="Arial"/>
                <a:cs typeface="Arial" charset="0"/>
              </a:rPr>
              <a:t>Disadvantages</a:t>
            </a:r>
          </a:p>
          <a:p>
            <a:pPr lvl="1">
              <a:lnSpc>
                <a:spcPct val="90000"/>
              </a:lnSpc>
              <a:buClr>
                <a:srgbClr val="FF6600"/>
              </a:buClr>
              <a:tabLst>
                <a:tab pos="685800" algn="l"/>
              </a:tabLst>
              <a:defRPr/>
            </a:pPr>
            <a:r>
              <a:rPr lang="en-US" altLang="en-US" sz="2400" dirty="0"/>
              <a:t>does not work if </a:t>
            </a:r>
            <a:r>
              <a:rPr lang="en-US" altLang="en-US" sz="2400" i="1" dirty="0">
                <a:latin typeface="Times New Roman" panose="02020603050405020304" pitchFamily="18" charset="0"/>
                <a:cs typeface="Times New Roman" panose="02020603050405020304" pitchFamily="18" charset="0"/>
              </a:rPr>
              <a:t>n</a:t>
            </a:r>
            <a:r>
              <a:rPr lang="en-US" altLang="en-US" sz="2400" dirty="0"/>
              <a:t> &gt; </a:t>
            </a:r>
            <a:r>
              <a:rPr lang="en-US" altLang="en-US" sz="2400" i="1" dirty="0">
                <a:latin typeface="Times New Roman" panose="02020603050405020304" pitchFamily="18" charset="0"/>
                <a:cs typeface="Times New Roman" panose="02020603050405020304" pitchFamily="18" charset="0"/>
              </a:rPr>
              <a:t>m</a:t>
            </a:r>
          </a:p>
          <a:p>
            <a:pPr lvl="1">
              <a:lnSpc>
                <a:spcPct val="90000"/>
              </a:lnSpc>
              <a:buClr>
                <a:srgbClr val="FF6600"/>
              </a:buClr>
              <a:tabLst>
                <a:tab pos="685800" algn="l"/>
              </a:tabLst>
              <a:defRPr/>
            </a:pPr>
            <a:r>
              <a:rPr lang="en-US" altLang="en-US" sz="2400" dirty="0"/>
              <a:t>deletions are not straightforward </a:t>
            </a:r>
            <a:r>
              <a:rPr lang="en-US" altLang="en-US" sz="2000" dirty="0"/>
              <a:t>(if we delete the key ARE from the last cell of the hash table, we will be unable to find the key SOON afterward)</a:t>
            </a:r>
            <a:endParaRPr lang="en-US" altLang="en-US" sz="2400" dirty="0"/>
          </a:p>
          <a:p>
            <a:pPr lvl="1">
              <a:lnSpc>
                <a:spcPct val="90000"/>
              </a:lnSpc>
              <a:buClr>
                <a:srgbClr val="FF6600"/>
              </a:buClr>
              <a:tabLst>
                <a:tab pos="685800" algn="l"/>
              </a:tabLst>
              <a:defRPr/>
            </a:pPr>
            <a:r>
              <a:rPr lang="en-US" altLang="en-US" sz="2400" dirty="0"/>
              <a:t>the average number of times the algorithm must access the hash table </a:t>
            </a:r>
            <a:r>
              <a:rPr lang="en-US" altLang="en-US" sz="1800" dirty="0"/>
              <a:t>(probes to find/insert/delete a key)</a:t>
            </a:r>
            <a:r>
              <a:rPr lang="en-US" altLang="en-US" sz="2000" dirty="0"/>
              <a:t> </a:t>
            </a:r>
            <a:r>
              <a:rPr lang="en-US" altLang="en-US" sz="2400" dirty="0"/>
              <a:t>in successful and unsuccessful searches depends on the load factor α=n/m </a:t>
            </a:r>
            <a:r>
              <a:rPr lang="en-US" altLang="en-US" sz="2000" dirty="0"/>
              <a:t>(hash table density)</a:t>
            </a:r>
            <a:r>
              <a:rPr lang="en-US" altLang="en-US" dirty="0"/>
              <a:t> </a:t>
            </a:r>
            <a:r>
              <a:rPr lang="en-US" altLang="en-US" sz="2400" dirty="0"/>
              <a:t>and </a:t>
            </a:r>
            <a:r>
              <a:rPr lang="en-US" altLang="en-US" sz="2400" dirty="0">
                <a:sym typeface="WP Greek Century" pitchFamily="2" charset="2"/>
              </a:rPr>
              <a:t>collision resolution strategy</a:t>
            </a:r>
          </a:p>
          <a:p>
            <a:pPr lvl="2">
              <a:lnSpc>
                <a:spcPct val="90000"/>
              </a:lnSpc>
              <a:buClr>
                <a:srgbClr val="FF6600"/>
              </a:buClr>
              <a:tabLst>
                <a:tab pos="685800" algn="l"/>
              </a:tabLst>
              <a:defRPr/>
            </a:pPr>
            <a:r>
              <a:rPr lang="en-US" altLang="en-US" sz="2000" dirty="0">
                <a:sym typeface="WP Greek Century" pitchFamily="2" charset="2"/>
              </a:rPr>
              <a:t>For linear probing</a:t>
            </a:r>
            <a:endParaRPr lang="en-US" altLang="en-US" sz="2000" dirty="0"/>
          </a:p>
        </p:txBody>
      </p:sp>
      <p:pic>
        <p:nvPicPr>
          <p:cNvPr id="2" name="Picture 1">
            <a:extLst>
              <a:ext uri="{FF2B5EF4-FFF2-40B4-BE49-F238E27FC236}">
                <a16:creationId xmlns:a16="http://schemas.microsoft.com/office/drawing/2014/main" id="{518EB460-B859-3884-A7D4-81D6735E70D8}"/>
              </a:ext>
            </a:extLst>
          </p:cNvPr>
          <p:cNvPicPr>
            <a:picLocks noChangeAspect="1"/>
          </p:cNvPicPr>
          <p:nvPr/>
        </p:nvPicPr>
        <p:blipFill>
          <a:blip r:embed="rId6"/>
          <a:stretch>
            <a:fillRect/>
          </a:stretch>
        </p:blipFill>
        <p:spPr>
          <a:xfrm>
            <a:off x="4114800" y="5134533"/>
            <a:ext cx="6492885" cy="990165"/>
          </a:xfrm>
          <a:prstGeom prst="rect">
            <a:avLst/>
          </a:prstGeom>
        </p:spPr>
      </p:pic>
    </p:spTree>
    <p:extLst>
      <p:ext uri="{BB962C8B-B14F-4D97-AF65-F5344CB8AC3E}">
        <p14:creationId xmlns:p14="http://schemas.microsoft.com/office/powerpoint/2010/main" val="397928954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title"/>
          </p:nvPr>
        </p:nvSpPr>
        <p:spPr>
          <a:xfrm>
            <a:off x="457200" y="338065"/>
            <a:ext cx="11065008" cy="500137"/>
          </a:xfrm>
          <a:prstGeom prst="rect">
            <a:avLst/>
          </a:prstGeom>
          <a:solidFill>
            <a:schemeClr val="bg1"/>
          </a:solidFill>
          <a:ln>
            <a:noFill/>
          </a:ln>
        </p:spPr>
        <p:txBody>
          <a:bodyPr vert="horz" wrap="square" lIns="0" tIns="0" rIns="0" bIns="0" numCol="1" rtlCol="0" anchor="ctr" anchorCtr="0" compatLnSpc="1">
            <a:prstTxWarp prst="textNoShape">
              <a:avLst/>
            </a:prstTxWarp>
            <a:spAutoFit/>
          </a:bodyPr>
          <a:lstStyle/>
          <a:p>
            <a:pPr marL="11527">
              <a:lnSpc>
                <a:spcPts val="3916"/>
              </a:lnSpc>
            </a:pPr>
            <a:r>
              <a:rPr lang="en-US" sz="3800" b="1" dirty="0">
                <a:solidFill>
                  <a:srgbClr val="0070C0"/>
                </a:solidFill>
              </a:rPr>
              <a:t>Closed Hashing (Open Addressing), Contd.</a:t>
            </a:r>
            <a:endParaRPr sz="3800" b="1" dirty="0">
              <a:solidFill>
                <a:srgbClr val="FF0000"/>
              </a:solidFill>
            </a:endParaRPr>
          </a:p>
        </p:txBody>
      </p:sp>
      <p:sp>
        <p:nvSpPr>
          <p:cNvPr id="3" name="Slide Number Placeholder 2"/>
          <p:cNvSpPr>
            <a:spLocks noGrp="1"/>
          </p:cNvSpPr>
          <p:nvPr>
            <p:ph type="sldNum" sz="quarter" idx="4294967295"/>
          </p:nvPr>
        </p:nvSpPr>
        <p:spPr>
          <a:xfrm>
            <a:off x="8737600" y="6356351"/>
            <a:ext cx="2844800" cy="365125"/>
          </a:xfrm>
          <a:prstGeom prst="rect">
            <a:avLst/>
          </a:prstGeom>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C65781BD-3F4D-4CA7-A858-CE94DEA3B426}" type="slidenum">
              <a:rPr kumimoji="0" lang="en-US" sz="1800" b="0" i="0" u="none" strike="noStrike" kern="1200" cap="none" spc="0" normalizeH="0" baseline="0" noProof="0" smtClean="0">
                <a:ln>
                  <a:noFill/>
                </a:ln>
                <a:solidFill>
                  <a:srgbClr val="000000"/>
                </a:solidFill>
                <a:effectLst/>
                <a:uLnTx/>
                <a:uFillTx/>
                <a:latin typeface="Arial" charset="0"/>
                <a:ea typeface="ＭＳ Ｐゴシック"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29</a:t>
            </a:fld>
            <a:endParaRPr kumimoji="0" lang="en-US" sz="1800" b="0" i="0" u="none" strike="noStrike" kern="1200" cap="none" spc="0" normalizeH="0" baseline="0" noProof="0" dirty="0">
              <a:ln>
                <a:noFill/>
              </a:ln>
              <a:solidFill>
                <a:srgbClr val="000000"/>
              </a:solidFill>
              <a:effectLst/>
              <a:uLnTx/>
              <a:uFillTx/>
              <a:latin typeface="Arial" charset="0"/>
              <a:ea typeface="ＭＳ Ｐゴシック" pitchFamily="34" charset="-128"/>
              <a:cs typeface="+mn-cs"/>
            </a:endParaRPr>
          </a:p>
        </p:txBody>
      </p:sp>
      <p:sp>
        <p:nvSpPr>
          <p:cNvPr id="9" name="object 7">
            <a:extLst>
              <a:ext uri="{FF2B5EF4-FFF2-40B4-BE49-F238E27FC236}">
                <a16:creationId xmlns:a16="http://schemas.microsoft.com/office/drawing/2014/main" id="{ACB0B48A-560D-4839-8006-6097D80F76DB}"/>
              </a:ext>
            </a:extLst>
          </p:cNvPr>
          <p:cNvSpPr txBox="1">
            <a:spLocks/>
          </p:cNvSpPr>
          <p:nvPr/>
        </p:nvSpPr>
        <p:spPr bwMode="auto">
          <a:xfrm>
            <a:off x="457200" y="1228384"/>
            <a:ext cx="11430000" cy="6647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spAutoFit/>
          </a:bodyPr>
          <a:lstStyle>
            <a:lvl1pPr marL="342900" indent="-342900" algn="l" rtl="0" eaLnBrk="1" fontAlgn="base" hangingPunct="1">
              <a:spcBef>
                <a:spcPct val="20000"/>
              </a:spcBef>
              <a:spcAft>
                <a:spcPct val="0"/>
              </a:spcAft>
              <a:buSzPct val="75000"/>
              <a:buBlip>
                <a:blip r:embed="rId3"/>
              </a:buBlip>
              <a:defRPr sz="3200">
                <a:solidFill>
                  <a:schemeClr val="tx1"/>
                </a:solidFill>
                <a:latin typeface="+mn-lt"/>
                <a:ea typeface="ＭＳ Ｐゴシック" charset="0"/>
                <a:cs typeface="+mn-cs"/>
              </a:defRPr>
            </a:lvl1pPr>
            <a:lvl2pPr marL="742950" indent="-285750" algn="l" rtl="0" eaLnBrk="1" fontAlgn="base" hangingPunct="1">
              <a:spcBef>
                <a:spcPct val="20000"/>
              </a:spcBef>
              <a:spcAft>
                <a:spcPct val="0"/>
              </a:spcAft>
              <a:buSzPct val="65000"/>
              <a:buBlip>
                <a:blip r:embed="rId4"/>
              </a:buBlip>
              <a:defRPr sz="2800">
                <a:solidFill>
                  <a:srgbClr val="000050"/>
                </a:solidFill>
                <a:latin typeface="+mn-lt"/>
                <a:ea typeface="ＭＳ Ｐゴシック" charset="0"/>
              </a:defRPr>
            </a:lvl2pPr>
            <a:lvl3pPr marL="1143000" indent="-228600" algn="l" rtl="0" eaLnBrk="1" fontAlgn="base" hangingPunct="1">
              <a:spcBef>
                <a:spcPct val="20000"/>
              </a:spcBef>
              <a:spcAft>
                <a:spcPct val="0"/>
              </a:spcAft>
              <a:buSzPct val="65000"/>
              <a:buBlip>
                <a:blip r:embed="rId5"/>
              </a:buBlip>
              <a:defRPr sz="2400">
                <a:solidFill>
                  <a:schemeClr val="tx1"/>
                </a:solidFill>
                <a:latin typeface="+mn-lt"/>
                <a:ea typeface="ＭＳ Ｐゴシック" charset="0"/>
              </a:defRPr>
            </a:lvl3pPr>
            <a:lvl4pPr marL="1600200" indent="-228600" algn="l" rtl="0" eaLnBrk="1" fontAlgn="base" hangingPunct="1">
              <a:spcBef>
                <a:spcPct val="20000"/>
              </a:spcBef>
              <a:spcAft>
                <a:spcPct val="0"/>
              </a:spcAft>
              <a:buChar char="–"/>
              <a:defRPr sz="2000">
                <a:solidFill>
                  <a:schemeClr val="tx1"/>
                </a:solidFill>
                <a:latin typeface="+mn-lt"/>
                <a:ea typeface="ＭＳ Ｐゴシック" charset="0"/>
              </a:defRPr>
            </a:lvl4pPr>
            <a:lvl5pPr marL="2057400" indent="-228600" algn="l" rtl="0" eaLnBrk="1" fontAlgn="base" hangingPunct="1">
              <a:spcBef>
                <a:spcPct val="20000"/>
              </a:spcBef>
              <a:spcAft>
                <a:spcPct val="0"/>
              </a:spcAft>
              <a:buChar char="»"/>
              <a:defRPr sz="2000">
                <a:solidFill>
                  <a:schemeClr val="tx1"/>
                </a:solidFill>
                <a:latin typeface="+mn-lt"/>
                <a:ea typeface="ＭＳ Ｐゴシック"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a:lstStyle>
          <a:p>
            <a:pPr lvl="1">
              <a:lnSpc>
                <a:spcPct val="90000"/>
              </a:lnSpc>
              <a:buClr>
                <a:srgbClr val="FF6600"/>
              </a:buClr>
              <a:tabLst>
                <a:tab pos="685800" algn="l"/>
              </a:tabLst>
              <a:defRPr/>
            </a:pPr>
            <a:r>
              <a:rPr lang="en-US" altLang="en-US" sz="2400" dirty="0"/>
              <a:t>As the hash table gets closer to being full (α approaches 1), number of probes  in linear probing increases dramatically </a:t>
            </a:r>
          </a:p>
        </p:txBody>
      </p:sp>
      <p:pic>
        <p:nvPicPr>
          <p:cNvPr id="7" name="Picture 6">
            <a:extLst>
              <a:ext uri="{FF2B5EF4-FFF2-40B4-BE49-F238E27FC236}">
                <a16:creationId xmlns:a16="http://schemas.microsoft.com/office/drawing/2014/main" id="{32517A30-58A1-B84B-AF60-CE04A77AF3FB}"/>
              </a:ext>
            </a:extLst>
          </p:cNvPr>
          <p:cNvPicPr>
            <a:picLocks noChangeAspect="1"/>
          </p:cNvPicPr>
          <p:nvPr/>
        </p:nvPicPr>
        <p:blipFill>
          <a:blip r:embed="rId6"/>
          <a:stretch>
            <a:fillRect/>
          </a:stretch>
        </p:blipFill>
        <p:spPr>
          <a:xfrm>
            <a:off x="3733800" y="2112749"/>
            <a:ext cx="5689600" cy="2632502"/>
          </a:xfrm>
          <a:prstGeom prst="rect">
            <a:avLst/>
          </a:prstGeom>
        </p:spPr>
      </p:pic>
    </p:spTree>
    <p:extLst>
      <p:ext uri="{BB962C8B-B14F-4D97-AF65-F5344CB8AC3E}">
        <p14:creationId xmlns:p14="http://schemas.microsoft.com/office/powerpoint/2010/main" val="146224361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505200" y="2362200"/>
            <a:ext cx="5334000" cy="707886"/>
          </a:xfrm>
          <a:prstGeom prst="rect">
            <a:avLst/>
          </a:prstGeom>
          <a:noFill/>
        </p:spPr>
        <p:txBody>
          <a:bodyPr wrap="square" rtlCol="0">
            <a:spAutoFit/>
          </a:bodyPr>
          <a:lstStyle/>
          <a:p>
            <a:pPr algn="ctr"/>
            <a:r>
              <a:rPr lang="en-US" sz="4000" b="1" dirty="0">
                <a:solidFill>
                  <a:srgbClr val="FF0000"/>
                </a:solidFill>
                <a:latin typeface="+mj-lt"/>
                <a:ea typeface="ＭＳ Ｐゴシック" charset="0"/>
                <a:cs typeface="+mj-cs"/>
              </a:rPr>
              <a:t>Questions?</a:t>
            </a:r>
          </a:p>
        </p:txBody>
      </p:sp>
    </p:spTree>
    <p:extLst>
      <p:ext uri="{BB962C8B-B14F-4D97-AF65-F5344CB8AC3E}">
        <p14:creationId xmlns:p14="http://schemas.microsoft.com/office/powerpoint/2010/main" val="1296890882"/>
      </p:ext>
    </p:extLst>
  </p:cSld>
  <p:clrMapOvr>
    <a:masterClrMapping/>
  </p:clrMapOvr>
</p:sld>
</file>

<file path=ppt/theme/theme1.xml><?xml version="1.0" encoding="utf-8"?>
<a:theme xmlns:a="http://schemas.openxmlformats.org/drawingml/2006/main" name="DataScience">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DataScience</Template>
  <TotalTime>12520</TotalTime>
  <Words>2517</Words>
  <Application>Microsoft Macintosh PowerPoint</Application>
  <PresentationFormat>Widescreen</PresentationFormat>
  <Paragraphs>360</Paragraphs>
  <Slides>30</Slides>
  <Notes>27</Notes>
  <HiddenSlides>0</HiddenSlides>
  <MMClips>0</MMClips>
  <ScaleCrop>false</ScaleCrop>
  <HeadingPairs>
    <vt:vector size="6" baseType="variant">
      <vt:variant>
        <vt:lpstr>Fonts Used</vt:lpstr>
      </vt:variant>
      <vt:variant>
        <vt:i4>11</vt:i4>
      </vt:variant>
      <vt:variant>
        <vt:lpstr>Theme</vt:lpstr>
      </vt:variant>
      <vt:variant>
        <vt:i4>2</vt:i4>
      </vt:variant>
      <vt:variant>
        <vt:lpstr>Slide Titles</vt:lpstr>
      </vt:variant>
      <vt:variant>
        <vt:i4>30</vt:i4>
      </vt:variant>
    </vt:vector>
  </HeadingPairs>
  <TitlesOfParts>
    <vt:vector size="43" baseType="lpstr">
      <vt:lpstr>굴림</vt:lpstr>
      <vt:lpstr>MS PGothic</vt:lpstr>
      <vt:lpstr>Agency FB</vt:lpstr>
      <vt:lpstr>Arial</vt:lpstr>
      <vt:lpstr>Calibri</vt:lpstr>
      <vt:lpstr>Cambria Math</vt:lpstr>
      <vt:lpstr>Monotype Sorts</vt:lpstr>
      <vt:lpstr>Tahoma</vt:lpstr>
      <vt:lpstr>Times New Roman</vt:lpstr>
      <vt:lpstr>Wingdings</vt:lpstr>
      <vt:lpstr>WP Greek Century</vt:lpstr>
      <vt:lpstr>DataScience</vt:lpstr>
      <vt:lpstr>Custom Design</vt:lpstr>
      <vt:lpstr>Topic 5</vt:lpstr>
      <vt:lpstr>Space-for-time Tradeoffs</vt:lpstr>
      <vt:lpstr>PowerPoint Presentation</vt:lpstr>
      <vt:lpstr>String Matching</vt:lpstr>
      <vt:lpstr>Horspool’s Algorithm </vt:lpstr>
      <vt:lpstr>Horspool’s Algorithm, Contd. </vt:lpstr>
      <vt:lpstr>Horspool’s Algorithm, Contd. </vt:lpstr>
      <vt:lpstr>Horspool’s Algorithm, Contd. </vt:lpstr>
      <vt:lpstr>Horspool’s Algorithm, Contd. </vt:lpstr>
      <vt:lpstr>Horspool’s Algorithm, Contd. </vt:lpstr>
      <vt:lpstr>Horspool’s Algorithm, Contd. </vt:lpstr>
      <vt:lpstr>Example 1</vt:lpstr>
      <vt:lpstr>Example 2</vt:lpstr>
      <vt:lpstr>PowerPoint Presentation</vt:lpstr>
      <vt:lpstr>Dictionary</vt:lpstr>
      <vt:lpstr>Dictionary, Contd.</vt:lpstr>
      <vt:lpstr>Hashing</vt:lpstr>
      <vt:lpstr>Hashing, Contd.</vt:lpstr>
      <vt:lpstr>Hashing, Contd.</vt:lpstr>
      <vt:lpstr>Hashing, Contd.</vt:lpstr>
      <vt:lpstr>Hashing, Contd.</vt:lpstr>
      <vt:lpstr>Open Hashing (Separate Chaining)</vt:lpstr>
      <vt:lpstr>Open Hashing (Separate Chaining), Contd.</vt:lpstr>
      <vt:lpstr>Open Hashing (Separate Chaining), Contd.</vt:lpstr>
      <vt:lpstr>Closed Hashing (Open Addressing)</vt:lpstr>
      <vt:lpstr>Closed Hashing (Open Addressing), Contd.</vt:lpstr>
      <vt:lpstr>Closed Hashing (Open Addressing), Contd.</vt:lpstr>
      <vt:lpstr>Closed Hashing (Open Addressing), Contd.</vt:lpstr>
      <vt:lpstr>Closed Hashing (Open Addressing), Contd.</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Data Science</dc:title>
  <dc:creator>Jf</dc:creator>
  <cp:lastModifiedBy>Am-tmeem Alsa.</cp:lastModifiedBy>
  <cp:revision>249</cp:revision>
  <cp:lastPrinted>2019-09-01T09:07:45Z</cp:lastPrinted>
  <dcterms:created xsi:type="dcterms:W3CDTF">2015-03-22T23:49:48Z</dcterms:created>
  <dcterms:modified xsi:type="dcterms:W3CDTF">2024-10-05T22:17:31Z</dcterms:modified>
</cp:coreProperties>
</file>